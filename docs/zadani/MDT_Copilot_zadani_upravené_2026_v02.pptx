
<file path=[Content_Types].xml><?xml version="1.0" encoding="utf-8"?>
<Types xmlns="http://schemas.openxmlformats.org/package/2006/content-types">
  <Default ContentType="image/jpeg" Extension="jpg"/>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797675" cy="9872650"/>
  <p:embeddedFontLst>
    <p:embeddedFont>
      <p:font typeface="Roboto Black"/>
      <p:bold r:id="rId19"/>
      <p:boldItalic r:id="rId20"/>
    </p:embeddedFont>
    <p:embeddedFont>
      <p:font typeface="Roboto Medium"/>
      <p:regular r:id="rId21"/>
      <p:bold r:id="rId22"/>
      <p:italic r:id="rId23"/>
      <p:boldItalic r:id="rId24"/>
    </p:embeddedFont>
    <p:embeddedFont>
      <p:font typeface="Roboto Light"/>
      <p:regular r:id="rId25"/>
      <p:bold r:id="rId26"/>
      <p:italic r:id="rId27"/>
      <p:boldItalic r:id="rId28"/>
    </p:embeddedFont>
    <p:embeddedFont>
      <p:font typeface="Geom"/>
      <p:regular r:id="rId29"/>
      <p:bold r:id="rId30"/>
      <p:italic r:id="rId31"/>
      <p:boldItalic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A4A3A4"/>
          </p15:clr>
        </p15:guide>
        <p15:guide id="2" pos="688">
          <p15:clr>
            <a:srgbClr val="A4A3A4"/>
          </p15:clr>
        </p15:guide>
      </p15:sldGuideLst>
    </p:ext>
    <p:ext uri="{2D200454-40CA-4A62-9FC3-DE9A4176ACB9}">
      <p15:notesGuideLst>
        <p15:guide id="1" orient="horz" pos="3109">
          <p15:clr>
            <a:srgbClr val="A4A3A4"/>
          </p15:clr>
        </p15:guide>
        <p15:guide id="2" pos="2140">
          <p15:clr>
            <a:srgbClr val="A4A3A4"/>
          </p15:clr>
        </p15:guide>
      </p15:notesGuideLst>
    </p:ext>
    <p:ext uri="GoogleSlidesCustomDataVersion2">
      <go:slidesCustomData xmlns:go="http://customooxmlschemas.google.com/" r:id="rId33" roundtripDataSignature="AMtx7miBV25UWnm7QUCMMX1Z0l02NTzP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 pos="688"/>
      </p:guideLst>
    </p:cSldViewPr>
  </p:slideViewPr>
  <p:notesViewPr>
    <p:cSldViewPr snapToGrid="0">
      <p:cViewPr varScale="1">
        <p:scale>
          <a:sx n="100" d="100"/>
          <a:sy n="100" d="100"/>
        </p:scale>
        <p:origin x="0" y="0"/>
      </p:cViewPr>
      <p:guideLst>
        <p:guide pos="3109" orient="horz"/>
        <p:guide pos="2140"/>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Geom-italic.fntdata"/><Relationship Id="rId30" Type="http://schemas.openxmlformats.org/officeDocument/2006/relationships/font" Target="fonts/Geom-bold.fntdata"/><Relationship Id="rId33" Type="http://customschemas.google.com/relationships/presentationmetadata" Target="metadata"/><Relationship Id="rId32" Type="http://schemas.openxmlformats.org/officeDocument/2006/relationships/font" Target="fonts/Geom-boldItalic.fntdata"/><Relationship Id="rId20" Type="http://schemas.openxmlformats.org/officeDocument/2006/relationships/font" Target="fonts/RobotoBlack-boldItalic.fntdata"/><Relationship Id="rId22" Type="http://schemas.openxmlformats.org/officeDocument/2006/relationships/font" Target="fonts/RobotoMedium-bold.fntdata"/><Relationship Id="rId21" Type="http://schemas.openxmlformats.org/officeDocument/2006/relationships/font" Target="fonts/RobotoMedium-regular.fntdata"/><Relationship Id="rId24" Type="http://schemas.openxmlformats.org/officeDocument/2006/relationships/font" Target="fonts/RobotoMedium-boldItalic.fntdata"/><Relationship Id="rId23" Type="http://schemas.openxmlformats.org/officeDocument/2006/relationships/font" Target="fonts/RobotoMedium-italic.fntdata"/><Relationship Id="rId26" Type="http://schemas.openxmlformats.org/officeDocument/2006/relationships/font" Target="fonts/RobotoLight-bold.fntdata"/><Relationship Id="rId25" Type="http://schemas.openxmlformats.org/officeDocument/2006/relationships/font" Target="fonts/RobotoLight-regular.fntdata"/><Relationship Id="rId28" Type="http://schemas.openxmlformats.org/officeDocument/2006/relationships/font" Target="fonts/RobotoLight-boldItalic.fntdata"/><Relationship Id="rId27" Type="http://schemas.openxmlformats.org/officeDocument/2006/relationships/font" Target="fonts/RobotoLight-italic.fntdata"/><Relationship Id="rId29" Type="http://schemas.openxmlformats.org/officeDocument/2006/relationships/font" Target="fonts/Geom-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Black-bold.fntdata"/><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1"/>
        <c:ser>
          <c:idx val="0"/>
          <c:order val="0"/>
          <c:tx>
            <c:strRef>
              <c:f>Sheet1!$B$1</c:f>
              <c:strCache>
                <c:ptCount val="1"/>
                <c:pt idx="0">
                  <c:v>Váha</c:v>
                </c:pt>
              </c:strCache>
            </c:strRef>
          </c:tx>
          <c:spPr>
            <a:solidFill>
              <a:schemeClr val="bg2"/>
            </a:solidFill>
          </c:spPr>
          <c:invertIfNegative val="1"/>
          <c:dPt>
            <c:idx val="4"/>
            <c:invertIfNegative val="1"/>
            <c:bubble3D val="0"/>
            <c:spPr>
              <a:solidFill>
                <a:schemeClr val="bg2">
                  <a:lumMod val="75000"/>
                </a:schemeClr>
              </a:solidFill>
            </c:spPr>
            <c:extLst>
              <c:ext xmlns:c16="http://schemas.microsoft.com/office/drawing/2014/chart" uri="{C3380CC4-5D6E-409C-BE32-E72D297353CC}">
                <c16:uniqueId val="{00000001-1B31-41D1-A8C7-7DB842A65D95}"/>
              </c:ext>
            </c:extLst>
          </c:dPt>
          <c:dLbls>
            <c:numFmt formatCode="0%" sourceLinked="0"/>
            <c:spPr>
              <a:noFill/>
              <a:ln>
                <a:noFill/>
              </a:ln>
              <a:effectLst/>
            </c:spPr>
            <c:txPr>
              <a:bodyPr/>
              <a:lstStyle/>
              <a:p>
                <a:pPr>
                  <a:defRPr sz="1100" b="0">
                    <a:solidFill>
                      <a:srgbClr val="333333"/>
                    </a:solidFill>
                    <a:latin typeface="+mj-lt"/>
                  </a:defRPr>
                </a:pPr>
                <a:endParaRPr lang="en-CZ"/>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Podpora procesu &amp; zodpovědná AI</c:v>
                </c:pt>
                <c:pt idx="1">
                  <c:v>Propojení dat a standardy</c:v>
                </c:pt>
                <c:pt idx="2">
                  <c:v>Spolehlivost AI</c:v>
                </c:pt>
                <c:pt idx="3">
                  <c:v>Nastavitelnost</c:v>
                </c:pt>
                <c:pt idx="4">
                  <c:v>Klinická hodnota &amp; UX</c:v>
                </c:pt>
              </c:strCache>
            </c:strRef>
          </c:cat>
          <c:val>
            <c:numRef>
              <c:f>Sheet1!$B$2:$B$6</c:f>
              <c:numCache>
                <c:formatCode>General</c:formatCode>
                <c:ptCount val="5"/>
                <c:pt idx="0">
                  <c:v>0.15</c:v>
                </c:pt>
                <c:pt idx="1">
                  <c:v>0.15</c:v>
                </c:pt>
                <c:pt idx="2">
                  <c:v>0.2</c:v>
                </c:pt>
                <c:pt idx="3">
                  <c:v>0.2</c:v>
                </c:pt>
                <c:pt idx="4">
                  <c:v>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B31-41D1-A8C7-7DB842A65D95}"/>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1200">
                <a:solidFill>
                  <a:srgbClr val="333333"/>
                </a:solidFill>
              </a:defRPr>
            </a:pPr>
            <a:endParaRPr lang="en-CZ"/>
          </a:p>
        </c:txPr>
        <c:crossAx val="-2113994440"/>
        <c:crosses val="autoZero"/>
        <c:auto val="1"/>
        <c:lblAlgn val="ctr"/>
        <c:lblOffset val="100"/>
        <c:noMultiLvlLbl val="0"/>
      </c:catAx>
      <c:valAx>
        <c:axId val="-2113994440"/>
        <c:scaling>
          <c:orientation val="minMax"/>
          <c:max val="0.38"/>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44958" cy="494186"/>
          </a:xfrm>
          <a:prstGeom prst="rect">
            <a:avLst/>
          </a:prstGeom>
          <a:noFill/>
          <a:ln>
            <a:noFill/>
          </a:ln>
        </p:spPr>
        <p:txBody>
          <a:bodyPr anchorCtr="0" anchor="t" bIns="45200" lIns="90425" spcFirstLastPara="1" rIns="90425" wrap="square" tIns="45200">
            <a:noAutofit/>
          </a:bodyPr>
          <a:lstStyle>
            <a:lvl1pPr lvl="0" marR="0" rtl="0" algn="l">
              <a:spcBef>
                <a:spcPts val="0"/>
              </a:spcBef>
              <a:spcAft>
                <a:spcPts val="0"/>
              </a:spcAft>
              <a:buSzPts val="1400"/>
              <a:buNone/>
              <a:defRPr b="0" i="0" sz="10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51098" y="0"/>
            <a:ext cx="2944958" cy="494186"/>
          </a:xfrm>
          <a:prstGeom prst="rect">
            <a:avLst/>
          </a:prstGeom>
          <a:noFill/>
          <a:ln>
            <a:noFill/>
          </a:ln>
        </p:spPr>
        <p:txBody>
          <a:bodyPr anchorCtr="0" anchor="t" bIns="45200" lIns="90425" spcFirstLastPara="1" rIns="90425" wrap="square" tIns="45200">
            <a:noAutofit/>
          </a:bodyPr>
          <a:lstStyle>
            <a:lvl1pPr lvl="0" marR="0" rtl="0" algn="r">
              <a:spcBef>
                <a:spcPts val="0"/>
              </a:spcBef>
              <a:spcAft>
                <a:spcPts val="0"/>
              </a:spcAft>
              <a:buSzPts val="1400"/>
              <a:buNone/>
              <a:defRPr b="0" i="0" sz="10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6" name="Google Shape;6;n"/>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lvl1pPr indent="-228600" lvl="0" marL="457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6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376902"/>
            <a:ext cx="2944958" cy="494185"/>
          </a:xfrm>
          <a:prstGeom prst="rect">
            <a:avLst/>
          </a:prstGeom>
          <a:noFill/>
          <a:ln>
            <a:noFill/>
          </a:ln>
        </p:spPr>
        <p:txBody>
          <a:bodyPr anchorCtr="0" anchor="b" bIns="45200" lIns="90425" spcFirstLastPara="1" rIns="90425" wrap="square" tIns="45200">
            <a:noAutofit/>
          </a:bodyPr>
          <a:lstStyle>
            <a:lvl1pPr lvl="0" marR="0" rtl="0" algn="l">
              <a:spcBef>
                <a:spcPts val="0"/>
              </a:spcBef>
              <a:spcAft>
                <a:spcPts val="0"/>
              </a:spcAft>
              <a:buSzPts val="1400"/>
              <a:buNone/>
              <a:defRPr b="0" i="0" sz="10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4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marR="0" rtl="0" algn="r">
              <a:spcBef>
                <a:spcPts val="0"/>
              </a:spcBef>
              <a:spcAft>
                <a:spcPts val="0"/>
              </a:spcAft>
              <a:buNone/>
            </a:pPr>
            <a:fld id="{00000000-1234-1234-1234-123412341234}" type="slidenum">
              <a:rPr b="0" i="0" lang="en-US" sz="900" u="none" cap="none" strike="noStrike">
                <a:solidFill>
                  <a:schemeClr val="dk1"/>
                </a:solidFill>
                <a:latin typeface="Calibri"/>
                <a:ea typeface="Calibri"/>
                <a:cs typeface="Calibri"/>
                <a:sym typeface="Calibri"/>
              </a:rPr>
              <a:t>‹#›</a:t>
            </a:fld>
            <a:endParaRPr b="0" i="0" sz="9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p1: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411" name="Google Shape;1411;p1: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Dobrý den / dobrý večer, vítejte v Praze na Rakathonu 2026. Jmenuji se Michal Bušek, jsem z Asseco Central Europe a letos jsem i v porotě. Na pár minut vám řeknu, kdo jsme, proč je pro nás onkologie srdeční téma a jaké zadání jsme pro vás připravili.</a:t>
            </a:r>
            <a:endParaRPr/>
          </a:p>
          <a:p>
            <a:pPr indent="0" lvl="0" marL="0" rtl="0" algn="l">
              <a:spcBef>
                <a:spcPts val="0"/>
              </a:spcBef>
              <a:spcAft>
                <a:spcPts val="0"/>
              </a:spcAft>
              <a:buNone/>
            </a:pPr>
            <a:r>
              <a:t/>
            </a:r>
            <a:endParaRPr/>
          </a:p>
        </p:txBody>
      </p:sp>
      <p:sp>
        <p:nvSpPr>
          <p:cNvPr id="1412" name="Google Shape;1412;p1: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p2: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419" name="Google Shape;1419;p2: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Čas: ~1:30. MDT = multidisciplinární tým; v ČR indikační onkologická komise / onkologické konzilium. U jednoho stolu sedí klinický onkolog, chirurg, radiační onkolog, radiolog a patolog. Výsledkem je společné doporučení léčby, které se zapisuje do dokumentace. MDT není jen samotné zasedání – je to proces: příprava (nominace pacienta s otázkou), zasedání (diskuse a rozhodnutí), realizace (úkoly, kontrola, opětovné posouzení).</a:t>
            </a:r>
            <a:endParaRPr/>
          </a:p>
          <a:p>
            <a:pPr indent="0" lvl="0" marL="0" rtl="0" algn="l">
              <a:spcBef>
                <a:spcPts val="0"/>
              </a:spcBef>
              <a:spcAft>
                <a:spcPts val="0"/>
              </a:spcAft>
              <a:buNone/>
            </a:pPr>
            <a:r>
              <a:t/>
            </a:r>
            <a:endParaRPr/>
          </a:p>
        </p:txBody>
      </p:sp>
      <p:sp>
        <p:nvSpPr>
          <p:cNvPr id="1420" name="Google Shape;1420;p2: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2" name="Shape 1452"/>
        <p:cNvGrpSpPr/>
        <p:nvPr/>
      </p:nvGrpSpPr>
      <p:grpSpPr>
        <a:xfrm>
          <a:off x="0" y="0"/>
          <a:ext cx="0" cy="0"/>
          <a:chOff x="0" y="0"/>
          <a:chExt cx="0" cy="0"/>
        </a:xfrm>
      </p:grpSpPr>
      <p:sp>
        <p:nvSpPr>
          <p:cNvPr id="1453" name="Google Shape;1453;p3: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454" name="Google Shape;1454;p3: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Čas: ~0:45. Klíčový problém: nestrukturovaný text v eZdraví + chybějící propojení s dotazníkem pacienta (PROMs). Copilot má podpořit všechny tři fáze procesu, nejen přípravu podkladu.</a:t>
            </a:r>
            <a:endParaRPr/>
          </a:p>
          <a:p>
            <a:pPr indent="0" lvl="0" marL="0" rtl="0" algn="l">
              <a:spcBef>
                <a:spcPts val="0"/>
              </a:spcBef>
              <a:spcAft>
                <a:spcPts val="0"/>
              </a:spcAft>
              <a:buNone/>
            </a:pPr>
            <a:r>
              <a:t/>
            </a:r>
            <a:endParaRPr/>
          </a:p>
        </p:txBody>
      </p:sp>
      <p:sp>
        <p:nvSpPr>
          <p:cNvPr id="1455" name="Google Shape;1455;p3: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4: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480" name="Google Shape;1480;p4: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Čas: ~0:30. Cíl hackathonu podle zadání. Důraz na human-in-the-loop: žádný výstup AI se nestane součástí oficiálního záznamu bez potvrzení lékařem a obsah AI musí být vizuálně odlišen.</a:t>
            </a:r>
            <a:endParaRPr/>
          </a:p>
          <a:p>
            <a:pPr indent="0" lvl="0" marL="0" rtl="0" algn="l">
              <a:spcBef>
                <a:spcPts val="0"/>
              </a:spcBef>
              <a:spcAft>
                <a:spcPts val="0"/>
              </a:spcAft>
              <a:buNone/>
            </a:pPr>
            <a:r>
              <a:t/>
            </a:r>
            <a:endParaRPr/>
          </a:p>
        </p:txBody>
      </p:sp>
      <p:sp>
        <p:nvSpPr>
          <p:cNvPr id="1481" name="Google Shape;1481;p4: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3" name="Shape 1493"/>
        <p:cNvGrpSpPr/>
        <p:nvPr/>
      </p:nvGrpSpPr>
      <p:grpSpPr>
        <a:xfrm>
          <a:off x="0" y="0"/>
          <a:ext cx="0" cy="0"/>
          <a:chOff x="0" y="0"/>
          <a:chExt cx="0" cy="0"/>
        </a:xfrm>
      </p:grpSpPr>
      <p:sp>
        <p:nvSpPr>
          <p:cNvPr id="1494" name="Google Shape;1494;p5: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495" name="Google Shape;1495;p5: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rtl="0" algn="l">
              <a:spcBef>
                <a:spcPts val="0"/>
              </a:spcBef>
              <a:spcAft>
                <a:spcPts val="0"/>
              </a:spcAft>
              <a:buNone/>
            </a:pPr>
            <a:r>
              <a:rPr lang="en-US"/>
              <a:t>Čas: ~1:30. Struktura výstupního reportu: A společný souhrn (orientace do 30 sekund; výrazný rozdíl mezi kondicí hodnocenou lékařem a pacientem je varovný signál), B sekce podle odborností (povinně min. 3 role), B2 panel podpory rozhodování (povinné minimum – možnosti léčby z dodaných doporučených postupů, tzv. guidelines, např. ESMO; screening klinických studií = zda pacient splňuje podmínky pro zařazení do výzkumu nových léků), C strukturovaný zápis závěru a akční plán. Bonusy: kontrola připravenosti případu, předvýpočet odpovědi na léčbu podle RECIST, AI zapisovatel, shrnutí pro pacienta.</a:t>
            </a:r>
            <a:endParaRPr/>
          </a:p>
          <a:p>
            <a:pPr indent="0" lvl="0" marL="0" rtl="0" algn="l">
              <a:spcBef>
                <a:spcPts val="0"/>
              </a:spcBef>
              <a:spcAft>
                <a:spcPts val="0"/>
              </a:spcAft>
              <a:buNone/>
            </a:pPr>
            <a:r>
              <a:t/>
            </a:r>
            <a:endParaRPr/>
          </a:p>
        </p:txBody>
      </p:sp>
      <p:sp>
        <p:nvSpPr>
          <p:cNvPr id="1496" name="Google Shape;1496;p5: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p6: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531" name="Google Shape;1531;p6: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Čas: ~1:00. Halucinace = AI s jistotou uvede něco, co v podkladech není. Proto: grounding (AI pracuje jen s daty pacienta a dodanými dokumenty) a citace u každého tvrzení. Každý varovný signál musí mít závažnost a citaci obou zdrojů.</a:t>
            </a:r>
            <a:endParaRPr/>
          </a:p>
          <a:p>
            <a:pPr indent="0" lvl="0" marL="0" rtl="0" algn="l">
              <a:spcBef>
                <a:spcPts val="0"/>
              </a:spcBef>
              <a:spcAft>
                <a:spcPts val="0"/>
              </a:spcAft>
              <a:buNone/>
            </a:pPr>
            <a:r>
              <a:t/>
            </a:r>
            <a:endParaRPr/>
          </a:p>
        </p:txBody>
      </p:sp>
      <p:sp>
        <p:nvSpPr>
          <p:cNvPr id="1532" name="Google Shape;1532;p6: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6" name="Shape 1556"/>
        <p:cNvGrpSpPr/>
        <p:nvPr/>
      </p:nvGrpSpPr>
      <p:grpSpPr>
        <a:xfrm>
          <a:off x="0" y="0"/>
          <a:ext cx="0" cy="0"/>
          <a:chOff x="0" y="0"/>
          <a:chExt cx="0" cy="0"/>
        </a:xfrm>
      </p:grpSpPr>
      <p:sp>
        <p:nvSpPr>
          <p:cNvPr id="1557" name="Google Shape;1557;p7: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558" name="Google Shape;1558;p7: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Čas: ~0:45. PROMs = Patient-Reported Outcome Measures, tedy výsledky hlášené pacientem. Dataset obsahuje i referenční řešení (tzv. ground truth) – očekávané varovné signály a klíčová fakta, podle kterých se bude měřit spolehlivost. Všechna data jsou smyšlená (mock), žádní skuteční pacienti.</a:t>
            </a:r>
            <a:endParaRPr/>
          </a:p>
          <a:p>
            <a:pPr indent="0" lvl="0" marL="0" rtl="0" algn="l">
              <a:spcBef>
                <a:spcPts val="0"/>
              </a:spcBef>
              <a:spcAft>
                <a:spcPts val="0"/>
              </a:spcAft>
              <a:buNone/>
            </a:pPr>
            <a:r>
              <a:t/>
            </a:r>
            <a:endParaRPr/>
          </a:p>
        </p:txBody>
      </p:sp>
      <p:sp>
        <p:nvSpPr>
          <p:cNvPr id="1559" name="Google Shape;1559;p7: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4" name="Shape 1594"/>
        <p:cNvGrpSpPr/>
        <p:nvPr/>
      </p:nvGrpSpPr>
      <p:grpSpPr>
        <a:xfrm>
          <a:off x="0" y="0"/>
          <a:ext cx="0" cy="0"/>
          <a:chOff x="0" y="0"/>
          <a:chExt cx="0" cy="0"/>
        </a:xfrm>
      </p:grpSpPr>
      <p:sp>
        <p:nvSpPr>
          <p:cNvPr id="1595" name="Google Shape;1595;p8: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596" name="Google Shape;1596;p8: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Čas: ~1:00. HL7 FHIR = Fast Healthcare Interoperability Resources, verze R4. Mapování exportu na FHIR R4 / mCODE je v zadání bonus. HL7 Europe Common Cancer Model (ECCDM) je evropský společný datový model pro onkologii (verze 1.0.0-ballot), inspirovaný mCODE. Hodí se i v kontextu EHDS – Evropského prostoru pro zdravotní data, který sjednocuje výměnu zdravotních záznamů v EU. Zadání zmiňuje i profil IPS (International Patient Summary – mezinárodní souhrn pacienta).</a:t>
            </a:r>
            <a:endParaRPr/>
          </a:p>
          <a:p>
            <a:pPr indent="0" lvl="0" marL="0" rtl="0" algn="l">
              <a:spcBef>
                <a:spcPts val="0"/>
              </a:spcBef>
              <a:spcAft>
                <a:spcPts val="0"/>
              </a:spcAft>
              <a:buNone/>
            </a:pPr>
            <a:r>
              <a:t/>
            </a:r>
            <a:endParaRPr/>
          </a:p>
        </p:txBody>
      </p:sp>
      <p:sp>
        <p:nvSpPr>
          <p:cNvPr id="1597" name="Google Shape;1597;p8: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2" name="Shape 1622"/>
        <p:cNvGrpSpPr/>
        <p:nvPr/>
      </p:nvGrpSpPr>
      <p:grpSpPr>
        <a:xfrm>
          <a:off x="0" y="0"/>
          <a:ext cx="0" cy="0"/>
          <a:chOff x="0" y="0"/>
          <a:chExt cx="0" cy="0"/>
        </a:xfrm>
      </p:grpSpPr>
      <p:sp>
        <p:nvSpPr>
          <p:cNvPr id="1623" name="Google Shape;1623;p9: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624" name="Google Shape;1624;p9: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Čas: ~1:00. Nejvyšší váhu má klinická hodnota a použitelnost pro lékaře (30 %). RAG = Retrieval-Augmented Generation: AI si nejdřív vyhledá relevantní pasáže v dodaných dokumentech a odpovídá jen z nich. Ochrana údajů: pseudonymizace, zpracování v EU, GDPR; v produkci by šlo o vysoce rizikový systém podle AI Act a o zdravotnický prostředek (MDR).</a:t>
            </a:r>
            <a:endParaRPr/>
          </a:p>
          <a:p>
            <a:pPr indent="0" lvl="0" marL="0" rtl="0" algn="l">
              <a:spcBef>
                <a:spcPts val="0"/>
              </a:spcBef>
              <a:spcAft>
                <a:spcPts val="0"/>
              </a:spcAft>
              <a:buNone/>
            </a:pPr>
            <a:r>
              <a:t/>
            </a:r>
            <a:endParaRPr/>
          </a:p>
        </p:txBody>
      </p:sp>
      <p:sp>
        <p:nvSpPr>
          <p:cNvPr id="1625" name="Google Shape;1625;p9: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8" name="Shape 1638"/>
        <p:cNvGrpSpPr/>
        <p:nvPr/>
      </p:nvGrpSpPr>
      <p:grpSpPr>
        <a:xfrm>
          <a:off x="0" y="0"/>
          <a:ext cx="0" cy="0"/>
          <a:chOff x="0" y="0"/>
          <a:chExt cx="0" cy="0"/>
        </a:xfrm>
      </p:grpSpPr>
      <p:sp>
        <p:nvSpPr>
          <p:cNvPr id="1639" name="Google Shape;1639;p10: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640" name="Google Shape;1640;p10: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Čas: ~0:45. Doplnit foto, pozici/organizaci a profil Ľuboslava Piljana (na webu rakathon.cz/lide zatím není). Profil Ondřeje Hoferka je převzat a zkrácen z https://www.rakathon.cz/lide (Mentor, porotce · InterSystems / HL7); fotografii lze převzít tamtéž.</a:t>
            </a:r>
            <a:endParaRPr/>
          </a:p>
          <a:p>
            <a:pPr indent="0" lvl="0" marL="0" rtl="0" algn="l">
              <a:spcBef>
                <a:spcPts val="0"/>
              </a:spcBef>
              <a:spcAft>
                <a:spcPts val="0"/>
              </a:spcAft>
              <a:buNone/>
            </a:pPr>
            <a:r>
              <a:t/>
            </a:r>
            <a:endParaRPr/>
          </a:p>
        </p:txBody>
      </p:sp>
      <p:sp>
        <p:nvSpPr>
          <p:cNvPr id="1641" name="Google Shape;1641;p10: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p11: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662" name="Google Shape;1662;p11: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Čas: ~0:30. Výzva k výběru zadání. Následuje závěrečný slide; slovníček pojmů a odkazy jsou v příloze za ním.</a:t>
            </a:r>
            <a:endParaRPr/>
          </a:p>
          <a:p>
            <a:pPr indent="0" lvl="0" marL="0" rtl="0" algn="l">
              <a:spcBef>
                <a:spcPts val="0"/>
              </a:spcBef>
              <a:spcAft>
                <a:spcPts val="0"/>
              </a:spcAft>
              <a:buNone/>
            </a:pPr>
            <a:r>
              <a:t/>
            </a:r>
            <a:endParaRPr/>
          </a:p>
        </p:txBody>
      </p:sp>
      <p:sp>
        <p:nvSpPr>
          <p:cNvPr id="1663" name="Google Shape;1663;p11: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8" name="Shape 1688"/>
        <p:cNvGrpSpPr/>
        <p:nvPr/>
      </p:nvGrpSpPr>
      <p:grpSpPr>
        <a:xfrm>
          <a:off x="0" y="0"/>
          <a:ext cx="0" cy="0"/>
          <a:chOff x="0" y="0"/>
          <a:chExt cx="0" cy="0"/>
        </a:xfrm>
      </p:grpSpPr>
      <p:sp>
        <p:nvSpPr>
          <p:cNvPr id="1689" name="Google Shape;1689;p12: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690" name="Google Shape;1690;p12: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rtl="0" algn="l">
              <a:spcBef>
                <a:spcPts val="0"/>
              </a:spcBef>
              <a:spcAft>
                <a:spcPts val="0"/>
              </a:spcAft>
              <a:buNone/>
            </a:pPr>
            <a:r>
              <a:rPr lang="en-US"/>
              <a:t>Děkuji, přeji vám skvělý víkend, hodně energie a hlavně řešení, která pomohou pacientům. Těšíme se na vaše prezentace.</a:t>
            </a:r>
            <a:endParaRPr/>
          </a:p>
          <a:p>
            <a:pPr indent="0" lvl="0" marL="0" rtl="0" algn="l">
              <a:spcBef>
                <a:spcPts val="0"/>
              </a:spcBef>
              <a:spcAft>
                <a:spcPts val="0"/>
              </a:spcAft>
              <a:buNone/>
            </a:pPr>
            <a:r>
              <a:t/>
            </a:r>
            <a:endParaRPr/>
          </a:p>
        </p:txBody>
      </p:sp>
      <p:sp>
        <p:nvSpPr>
          <p:cNvPr id="1691" name="Google Shape;1691;p12: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3" name="Shape 1693"/>
        <p:cNvGrpSpPr/>
        <p:nvPr/>
      </p:nvGrpSpPr>
      <p:grpSpPr>
        <a:xfrm>
          <a:off x="0" y="0"/>
          <a:ext cx="0" cy="0"/>
          <a:chOff x="0" y="0"/>
          <a:chExt cx="0" cy="0"/>
        </a:xfrm>
      </p:grpSpPr>
      <p:sp>
        <p:nvSpPr>
          <p:cNvPr id="1694" name="Google Shape;1694;p13:notes"/>
          <p:cNvSpPr/>
          <p:nvPr>
            <p:ph idx="2" type="sldImg"/>
          </p:nvPr>
        </p:nvSpPr>
        <p:spPr>
          <a:xfrm>
            <a:off x="107950" y="739775"/>
            <a:ext cx="6581775" cy="3703638"/>
          </a:xfrm>
          <a:custGeom>
            <a:rect b="b" l="l" r="r" t="t"/>
            <a:pathLst>
              <a:path extrusionOk="0" h="120000" w="120000">
                <a:moveTo>
                  <a:pt x="0" y="0"/>
                </a:moveTo>
                <a:lnTo>
                  <a:pt x="120000" y="0"/>
                </a:lnTo>
                <a:lnTo>
                  <a:pt x="120000" y="120000"/>
                </a:lnTo>
                <a:lnTo>
                  <a:pt x="0" y="120000"/>
                </a:lnTo>
                <a:close/>
              </a:path>
            </a:pathLst>
          </a:custGeom>
          <a:noFill/>
          <a:ln cap="flat" cmpd="sng" w="12700">
            <a:solidFill>
              <a:schemeClr val="dk1"/>
            </a:solidFill>
            <a:prstDash val="solid"/>
            <a:round/>
            <a:headEnd len="sm" w="sm" type="none"/>
            <a:tailEnd len="sm" w="sm" type="none"/>
          </a:ln>
        </p:spPr>
      </p:sp>
      <p:sp>
        <p:nvSpPr>
          <p:cNvPr id="1695" name="Google Shape;1695;p13:notes"/>
          <p:cNvSpPr txBox="1"/>
          <p:nvPr>
            <p:ph idx="1" type="body"/>
          </p:nvPr>
        </p:nvSpPr>
        <p:spPr>
          <a:xfrm>
            <a:off x="679606" y="4689242"/>
            <a:ext cx="5438464" cy="4442935"/>
          </a:xfrm>
          <a:prstGeom prst="rect">
            <a:avLst/>
          </a:prstGeom>
          <a:noFill/>
          <a:ln>
            <a:noFill/>
          </a:ln>
        </p:spPr>
        <p:txBody>
          <a:bodyPr anchorCtr="0" anchor="t" bIns="45200" lIns="90425" spcFirstLastPara="1" rIns="90425" wrap="square" tIns="45200">
            <a:noAutofit/>
          </a:bodyPr>
          <a:lstStyle/>
          <a:p>
            <a:pPr indent="0" lvl="0" marL="0" marR="0" rtl="0" algn="l">
              <a:lnSpc>
                <a:spcPct val="100000"/>
              </a:lnSpc>
              <a:spcBef>
                <a:spcPts val="0"/>
              </a:spcBef>
              <a:spcAft>
                <a:spcPts val="0"/>
              </a:spcAft>
              <a:buClr>
                <a:schemeClr val="dk1"/>
              </a:buClr>
              <a:buSzPts val="1600"/>
              <a:buFont typeface="Calibri"/>
              <a:buNone/>
            </a:pPr>
            <a:r>
              <a:rPr lang="en-US"/>
              <a:t>Záložní slide – nepromítá se v rámci 10 minut, slouží týmům k dohledání pojmů.</a:t>
            </a:r>
            <a:endParaRPr/>
          </a:p>
          <a:p>
            <a:pPr indent="0" lvl="0" marL="0" rtl="0" algn="l">
              <a:spcBef>
                <a:spcPts val="0"/>
              </a:spcBef>
              <a:spcAft>
                <a:spcPts val="0"/>
              </a:spcAft>
              <a:buNone/>
            </a:pPr>
            <a:r>
              <a:t/>
            </a:r>
            <a:endParaRPr/>
          </a:p>
        </p:txBody>
      </p:sp>
      <p:sp>
        <p:nvSpPr>
          <p:cNvPr id="1696" name="Google Shape;1696;p13:notes"/>
          <p:cNvSpPr txBox="1"/>
          <p:nvPr>
            <p:ph idx="12" type="sldNum"/>
          </p:nvPr>
        </p:nvSpPr>
        <p:spPr>
          <a:xfrm>
            <a:off x="3851098" y="9376902"/>
            <a:ext cx="2944958" cy="494185"/>
          </a:xfrm>
          <a:prstGeom prst="rect">
            <a:avLst/>
          </a:prstGeom>
          <a:noFill/>
          <a:ln>
            <a:noFill/>
          </a:ln>
        </p:spPr>
        <p:txBody>
          <a:bodyPr anchorCtr="0" anchor="b" bIns="45200" lIns="90425" spcFirstLastPara="1" rIns="90425" wrap="square" tIns="452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p:cSld name="Title">
    <p:spTree>
      <p:nvGrpSpPr>
        <p:cNvPr id="14" name="Shape 14"/>
        <p:cNvGrpSpPr/>
        <p:nvPr/>
      </p:nvGrpSpPr>
      <p:grpSpPr>
        <a:xfrm>
          <a:off x="0" y="0"/>
          <a:ext cx="0" cy="0"/>
          <a:chOff x="0" y="0"/>
          <a:chExt cx="0" cy="0"/>
        </a:xfrm>
      </p:grpSpPr>
      <p:sp>
        <p:nvSpPr>
          <p:cNvPr id="15" name="Google Shape;15;p15"/>
          <p:cNvSpPr/>
          <p:nvPr/>
        </p:nvSpPr>
        <p:spPr>
          <a:xfrm rot="-5400000">
            <a:off x="971550" y="4997450"/>
            <a:ext cx="889000" cy="28321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Roboto Light"/>
              <a:ea typeface="Roboto Light"/>
              <a:cs typeface="Roboto Light"/>
              <a:sym typeface="Roboto Light"/>
            </a:endParaRPr>
          </a:p>
        </p:txBody>
      </p:sp>
      <p:sp>
        <p:nvSpPr>
          <p:cNvPr id="16" name="Google Shape;16;p15"/>
          <p:cNvSpPr/>
          <p:nvPr>
            <p:ph idx="2" type="pic"/>
          </p:nvPr>
        </p:nvSpPr>
        <p:spPr>
          <a:xfrm>
            <a:off x="0" y="0"/>
            <a:ext cx="12191999" cy="6858000"/>
          </a:xfrm>
          <a:prstGeom prst="rect">
            <a:avLst/>
          </a:prstGeom>
          <a:solidFill>
            <a:srgbClr val="DCDEDE"/>
          </a:solidFill>
          <a:ln>
            <a:noFill/>
          </a:ln>
        </p:spPr>
      </p:sp>
      <p:sp>
        <p:nvSpPr>
          <p:cNvPr id="17" name="Google Shape;17;p15"/>
          <p:cNvSpPr txBox="1"/>
          <p:nvPr/>
        </p:nvSpPr>
        <p:spPr>
          <a:xfrm>
            <a:off x="412288" y="6294186"/>
            <a:ext cx="2208184" cy="293995"/>
          </a:xfrm>
          <a:prstGeom prst="rect">
            <a:avLst/>
          </a:prstGeom>
          <a:noFill/>
          <a:ln>
            <a:noFill/>
          </a:ln>
        </p:spPr>
        <p:txBody>
          <a:bodyPr anchorCtr="0" anchor="ctr" bIns="0" lIns="0" spcFirstLastPara="1" rIns="0" wrap="square" tIns="0">
            <a:normAutofit/>
          </a:bodyPr>
          <a:lstStyle/>
          <a:p>
            <a:pPr indent="0" lvl="0" marL="0" marR="0" rtl="0" algn="l">
              <a:lnSpc>
                <a:spcPct val="95000"/>
              </a:lnSpc>
              <a:spcBef>
                <a:spcPts val="0"/>
              </a:spcBef>
              <a:spcAft>
                <a:spcPts val="0"/>
              </a:spcAft>
              <a:buClr>
                <a:schemeClr val="accent4"/>
              </a:buClr>
              <a:buSzPts val="1000"/>
              <a:buFont typeface="Calibri"/>
              <a:buNone/>
            </a:pPr>
            <a:r>
              <a:rPr b="0" i="0" lang="en-US" sz="1000" u="none" cap="none" strike="noStrike">
                <a:solidFill>
                  <a:schemeClr val="lt1"/>
                </a:solidFill>
                <a:latin typeface="Roboto Light"/>
                <a:ea typeface="Roboto Light"/>
                <a:cs typeface="Roboto Light"/>
                <a:sym typeface="Roboto Light"/>
              </a:rPr>
              <a:t>2026 © Asseco Central Europe</a:t>
            </a:r>
            <a:endParaRPr b="0" i="0" sz="1000" u="none" cap="none" strike="noStrike">
              <a:solidFill>
                <a:schemeClr val="lt1"/>
              </a:solidFill>
              <a:latin typeface="Roboto Light"/>
              <a:ea typeface="Roboto Light"/>
              <a:cs typeface="Roboto Light"/>
              <a:sym typeface="Roboto Light"/>
            </a:endParaRPr>
          </a:p>
        </p:txBody>
      </p:sp>
      <p:sp>
        <p:nvSpPr>
          <p:cNvPr id="18" name="Google Shape;18;p15"/>
          <p:cNvSpPr txBox="1"/>
          <p:nvPr>
            <p:ph idx="1" type="body"/>
          </p:nvPr>
        </p:nvSpPr>
        <p:spPr>
          <a:xfrm>
            <a:off x="3162300" y="4630680"/>
            <a:ext cx="6694788" cy="390081"/>
          </a:xfrm>
          <a:prstGeom prst="rect">
            <a:avLst/>
          </a:prstGeom>
          <a:noFill/>
          <a:ln>
            <a:noFill/>
          </a:ln>
        </p:spPr>
        <p:txBody>
          <a:bodyPr anchorCtr="0" anchor="ctr" bIns="0" lIns="0" spcFirstLastPara="1" rIns="0" wrap="square" tIns="0">
            <a:normAutofit/>
          </a:bodyPr>
          <a:lstStyle>
            <a:lvl1pPr indent="-228600" lvl="0" marL="457200" algn="l">
              <a:lnSpc>
                <a:spcPct val="95000"/>
              </a:lnSpc>
              <a:spcBef>
                <a:spcPts val="0"/>
              </a:spcBef>
              <a:spcAft>
                <a:spcPts val="0"/>
              </a:spcAft>
              <a:buSzPts val="2000"/>
              <a:buNone/>
              <a:defRPr sz="2000">
                <a:solidFill>
                  <a:srgbClr val="000000"/>
                </a:solidFill>
                <a:latin typeface="Roboto Light"/>
                <a:ea typeface="Roboto Light"/>
                <a:cs typeface="Roboto Light"/>
                <a:sym typeface="Roboto Light"/>
              </a:defRPr>
            </a:lvl1pPr>
            <a:lvl2pPr indent="-331470" lvl="1" marL="914400" algn="l">
              <a:lnSpc>
                <a:spcPct val="95000"/>
              </a:lnSpc>
              <a:spcBef>
                <a:spcPts val="800"/>
              </a:spcBef>
              <a:spcAft>
                <a:spcPts val="0"/>
              </a:spcAft>
              <a:buSzPts val="1620"/>
              <a:buChar char="→"/>
              <a:defRPr/>
            </a:lvl2pPr>
            <a:lvl3pPr indent="-331470" lvl="2" marL="1371600" algn="l">
              <a:lnSpc>
                <a:spcPct val="95000"/>
              </a:lnSpc>
              <a:spcBef>
                <a:spcPts val="800"/>
              </a:spcBef>
              <a:spcAft>
                <a:spcPts val="0"/>
              </a:spcAft>
              <a:buSzPts val="1620"/>
              <a:buChar char="‒"/>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15"/>
          <p:cNvSpPr txBox="1"/>
          <p:nvPr>
            <p:ph type="title"/>
          </p:nvPr>
        </p:nvSpPr>
        <p:spPr>
          <a:xfrm>
            <a:off x="3162300" y="2919774"/>
            <a:ext cx="6694788" cy="1674562"/>
          </a:xfrm>
          <a:prstGeom prst="rect">
            <a:avLst/>
          </a:prstGeom>
          <a:noFill/>
          <a:ln>
            <a:noFill/>
          </a:ln>
        </p:spPr>
        <p:txBody>
          <a:bodyPr anchorCtr="0" anchor="t" bIns="0" lIns="0" spcFirstLastPara="1" rIns="0" wrap="square" tIns="0">
            <a:noAutofit/>
          </a:bodyPr>
          <a:lstStyle>
            <a:lvl1pPr lvl="0" algn="l">
              <a:spcBef>
                <a:spcPts val="0"/>
              </a:spcBef>
              <a:spcAft>
                <a:spcPts val="0"/>
              </a:spcAft>
              <a:buClr>
                <a:srgbClr val="000000"/>
              </a:buClr>
              <a:buSzPts val="5400"/>
              <a:buFont typeface="Roboto Black"/>
              <a:buNone/>
              <a:defRPr b="1" sz="5400">
                <a:latin typeface="Roboto Black"/>
                <a:ea typeface="Roboto Black"/>
                <a:cs typeface="Roboto Black"/>
                <a:sym typeface="Robo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0" name="Google Shape;20;p15"/>
          <p:cNvGrpSpPr/>
          <p:nvPr/>
        </p:nvGrpSpPr>
        <p:grpSpPr>
          <a:xfrm rot="5400000">
            <a:off x="-3572540" y="3312041"/>
            <a:ext cx="6815472" cy="233918"/>
            <a:chOff x="0" y="-711770"/>
            <a:chExt cx="4642907" cy="564813"/>
          </a:xfrm>
        </p:grpSpPr>
        <p:grpSp>
          <p:nvGrpSpPr>
            <p:cNvPr id="21" name="Google Shape;21;p15"/>
            <p:cNvGrpSpPr/>
            <p:nvPr/>
          </p:nvGrpSpPr>
          <p:grpSpPr>
            <a:xfrm>
              <a:off x="791421" y="-711770"/>
              <a:ext cx="685800" cy="564813"/>
              <a:chOff x="304800" y="937146"/>
              <a:chExt cx="1624082" cy="286603"/>
            </a:xfrm>
          </p:grpSpPr>
          <p:sp>
            <p:nvSpPr>
              <p:cNvPr id="22" name="Google Shape;22;p15"/>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23" name="Google Shape;23;p15"/>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24" name="Google Shape;24;p15"/>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grpSp>
        <p:grpSp>
          <p:nvGrpSpPr>
            <p:cNvPr id="25" name="Google Shape;25;p15"/>
            <p:cNvGrpSpPr/>
            <p:nvPr/>
          </p:nvGrpSpPr>
          <p:grpSpPr>
            <a:xfrm>
              <a:off x="2374263" y="-711770"/>
              <a:ext cx="685800" cy="564813"/>
              <a:chOff x="304800" y="937146"/>
              <a:chExt cx="1624082" cy="286603"/>
            </a:xfrm>
          </p:grpSpPr>
          <p:sp>
            <p:nvSpPr>
              <p:cNvPr id="26" name="Google Shape;26;p15"/>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27" name="Google Shape;27;p15"/>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28" name="Google Shape;28;p15"/>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grpSp>
        <p:grpSp>
          <p:nvGrpSpPr>
            <p:cNvPr id="29" name="Google Shape;29;p15"/>
            <p:cNvGrpSpPr/>
            <p:nvPr/>
          </p:nvGrpSpPr>
          <p:grpSpPr>
            <a:xfrm>
              <a:off x="1582842" y="-711770"/>
              <a:ext cx="685800" cy="564813"/>
              <a:chOff x="304800" y="937146"/>
              <a:chExt cx="1624082" cy="286603"/>
            </a:xfrm>
          </p:grpSpPr>
          <p:sp>
            <p:nvSpPr>
              <p:cNvPr id="30" name="Google Shape;30;p15"/>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31" name="Google Shape;31;p15"/>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32" name="Google Shape;32;p15"/>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grpSp>
        <p:grpSp>
          <p:nvGrpSpPr>
            <p:cNvPr id="33" name="Google Shape;33;p15"/>
            <p:cNvGrpSpPr/>
            <p:nvPr/>
          </p:nvGrpSpPr>
          <p:grpSpPr>
            <a:xfrm>
              <a:off x="0" y="-711770"/>
              <a:ext cx="685800" cy="564813"/>
              <a:chOff x="304800" y="937146"/>
              <a:chExt cx="1624082" cy="286603"/>
            </a:xfrm>
          </p:grpSpPr>
          <p:sp>
            <p:nvSpPr>
              <p:cNvPr id="34" name="Google Shape;34;p15"/>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35" name="Google Shape;35;p15"/>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36" name="Google Shape;36;p15"/>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grpSp>
        <p:grpSp>
          <p:nvGrpSpPr>
            <p:cNvPr id="37" name="Google Shape;37;p15"/>
            <p:cNvGrpSpPr/>
            <p:nvPr/>
          </p:nvGrpSpPr>
          <p:grpSpPr>
            <a:xfrm>
              <a:off x="3957107" y="-711770"/>
              <a:ext cx="685800" cy="564813"/>
              <a:chOff x="304800" y="937146"/>
              <a:chExt cx="1624082" cy="286603"/>
            </a:xfrm>
          </p:grpSpPr>
          <p:sp>
            <p:nvSpPr>
              <p:cNvPr id="38" name="Google Shape;38;p15"/>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39" name="Google Shape;39;p15"/>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40" name="Google Shape;40;p15"/>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grpSp>
        <p:grpSp>
          <p:nvGrpSpPr>
            <p:cNvPr id="41" name="Google Shape;41;p15"/>
            <p:cNvGrpSpPr/>
            <p:nvPr/>
          </p:nvGrpSpPr>
          <p:grpSpPr>
            <a:xfrm>
              <a:off x="3165684" y="-711770"/>
              <a:ext cx="685800" cy="564813"/>
              <a:chOff x="304800" y="937146"/>
              <a:chExt cx="1624082" cy="286603"/>
            </a:xfrm>
          </p:grpSpPr>
          <p:sp>
            <p:nvSpPr>
              <p:cNvPr id="42" name="Google Shape;42;p15"/>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43" name="Google Shape;43;p15"/>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sp>
            <p:nvSpPr>
              <p:cNvPr id="44" name="Google Shape;44;p15"/>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lt1"/>
                  </a:solidFill>
                  <a:latin typeface="Roboto Light"/>
                  <a:ea typeface="Roboto Light"/>
                  <a:cs typeface="Roboto Light"/>
                  <a:sym typeface="Roboto Light"/>
                </a:endParaRPr>
              </a:p>
            </p:txBody>
          </p:sp>
        </p:grpSp>
      </p:grpSp>
      <p:grpSp>
        <p:nvGrpSpPr>
          <p:cNvPr id="45" name="Google Shape;45;p15"/>
          <p:cNvGrpSpPr/>
          <p:nvPr/>
        </p:nvGrpSpPr>
        <p:grpSpPr>
          <a:xfrm>
            <a:off x="412288" y="3801799"/>
            <a:ext cx="1888448" cy="208076"/>
            <a:chOff x="1719263" y="3114675"/>
            <a:chExt cx="5705476" cy="628650"/>
          </a:xfrm>
        </p:grpSpPr>
        <p:sp>
          <p:nvSpPr>
            <p:cNvPr id="46" name="Google Shape;46;p15"/>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47" name="Google Shape;47;p15"/>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48" name="Google Shape;48;p15"/>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49" name="Google Shape;49;p15"/>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50" name="Google Shape;50;p15"/>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51" name="Google Shape;51;p15"/>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showMasterSp="0">
  <p:cSld name="Empty">
    <p:spTree>
      <p:nvGrpSpPr>
        <p:cNvPr id="52" name="Shape 52"/>
        <p:cNvGrpSpPr/>
        <p:nvPr/>
      </p:nvGrpSpPr>
      <p:grpSpPr>
        <a:xfrm>
          <a:off x="0" y="0"/>
          <a:ext cx="0" cy="0"/>
          <a:chOff x="0" y="0"/>
          <a:chExt cx="0" cy="0"/>
        </a:xfrm>
      </p:grpSpPr>
      <p:sp>
        <p:nvSpPr>
          <p:cNvPr id="53" name="Google Shape;53;p16"/>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sp>
        <p:nvSpPr>
          <p:cNvPr id="54" name="Google Shape;54;p16"/>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lvl1pPr lvl="0" algn="l">
              <a:spcBef>
                <a:spcPts val="0"/>
              </a:spcBef>
              <a:spcAft>
                <a:spcPts val="0"/>
              </a:spcAft>
              <a:buClr>
                <a:srgbClr val="000000"/>
              </a:buClr>
              <a:buSzPts val="4000"/>
              <a:buFont typeface="Roboto Medium"/>
              <a:buNone/>
              <a:defRPr>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55" name="Google Shape;55;p16"/>
          <p:cNvGrpSpPr/>
          <p:nvPr/>
        </p:nvGrpSpPr>
        <p:grpSpPr>
          <a:xfrm rot="5400000">
            <a:off x="-3572540" y="3312041"/>
            <a:ext cx="6815472" cy="233918"/>
            <a:chOff x="0" y="-711770"/>
            <a:chExt cx="4642907" cy="564813"/>
          </a:xfrm>
        </p:grpSpPr>
        <p:grpSp>
          <p:nvGrpSpPr>
            <p:cNvPr id="56" name="Google Shape;56;p16"/>
            <p:cNvGrpSpPr/>
            <p:nvPr/>
          </p:nvGrpSpPr>
          <p:grpSpPr>
            <a:xfrm>
              <a:off x="791421" y="-711770"/>
              <a:ext cx="685800" cy="564813"/>
              <a:chOff x="304800" y="937146"/>
              <a:chExt cx="1624082" cy="286603"/>
            </a:xfrm>
          </p:grpSpPr>
          <p:sp>
            <p:nvSpPr>
              <p:cNvPr id="57" name="Google Shape;57;p16"/>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8" name="Google Shape;58;p16"/>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9" name="Google Shape;59;p16"/>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0" name="Google Shape;60;p16"/>
            <p:cNvGrpSpPr/>
            <p:nvPr/>
          </p:nvGrpSpPr>
          <p:grpSpPr>
            <a:xfrm>
              <a:off x="2374263" y="-711770"/>
              <a:ext cx="685800" cy="564813"/>
              <a:chOff x="304800" y="937146"/>
              <a:chExt cx="1624082" cy="286603"/>
            </a:xfrm>
          </p:grpSpPr>
          <p:sp>
            <p:nvSpPr>
              <p:cNvPr id="61" name="Google Shape;61;p16"/>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2" name="Google Shape;62;p16"/>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3" name="Google Shape;63;p16"/>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4" name="Google Shape;64;p16"/>
            <p:cNvGrpSpPr/>
            <p:nvPr/>
          </p:nvGrpSpPr>
          <p:grpSpPr>
            <a:xfrm>
              <a:off x="1582842" y="-711770"/>
              <a:ext cx="685800" cy="564813"/>
              <a:chOff x="304800" y="937146"/>
              <a:chExt cx="1624082" cy="286603"/>
            </a:xfrm>
          </p:grpSpPr>
          <p:sp>
            <p:nvSpPr>
              <p:cNvPr id="65" name="Google Shape;65;p16"/>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6" name="Google Shape;66;p16"/>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7" name="Google Shape;67;p16"/>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8" name="Google Shape;68;p16"/>
            <p:cNvGrpSpPr/>
            <p:nvPr/>
          </p:nvGrpSpPr>
          <p:grpSpPr>
            <a:xfrm>
              <a:off x="0" y="-711770"/>
              <a:ext cx="685800" cy="564813"/>
              <a:chOff x="304800" y="937146"/>
              <a:chExt cx="1624082" cy="286603"/>
            </a:xfrm>
          </p:grpSpPr>
          <p:sp>
            <p:nvSpPr>
              <p:cNvPr id="69" name="Google Shape;69;p16"/>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0" name="Google Shape;70;p16"/>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1" name="Google Shape;71;p16"/>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2" name="Google Shape;72;p16"/>
            <p:cNvGrpSpPr/>
            <p:nvPr/>
          </p:nvGrpSpPr>
          <p:grpSpPr>
            <a:xfrm>
              <a:off x="3957107" y="-711770"/>
              <a:ext cx="685800" cy="564813"/>
              <a:chOff x="304800" y="937146"/>
              <a:chExt cx="1624082" cy="286603"/>
            </a:xfrm>
          </p:grpSpPr>
          <p:sp>
            <p:nvSpPr>
              <p:cNvPr id="73" name="Google Shape;73;p16"/>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4" name="Google Shape;74;p16"/>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5" name="Google Shape;75;p16"/>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6" name="Google Shape;76;p16"/>
            <p:cNvGrpSpPr/>
            <p:nvPr/>
          </p:nvGrpSpPr>
          <p:grpSpPr>
            <a:xfrm>
              <a:off x="3165684" y="-711770"/>
              <a:ext cx="685800" cy="564813"/>
              <a:chOff x="304800" y="937146"/>
              <a:chExt cx="1624082" cy="286603"/>
            </a:xfrm>
          </p:grpSpPr>
          <p:sp>
            <p:nvSpPr>
              <p:cNvPr id="77" name="Google Shape;77;p16"/>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8" name="Google Shape;78;p16"/>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9" name="Google Shape;79;p16"/>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grpSp>
        <p:nvGrpSpPr>
          <p:cNvPr id="80" name="Google Shape;80;p16"/>
          <p:cNvGrpSpPr/>
          <p:nvPr/>
        </p:nvGrpSpPr>
        <p:grpSpPr>
          <a:xfrm>
            <a:off x="10271760" y="304437"/>
            <a:ext cx="1470184" cy="161990"/>
            <a:chOff x="1719263" y="3114675"/>
            <a:chExt cx="5705476" cy="628650"/>
          </a:xfrm>
        </p:grpSpPr>
        <p:sp>
          <p:nvSpPr>
            <p:cNvPr id="81" name="Google Shape;81;p16"/>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2" name="Google Shape;82;p16"/>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3" name="Google Shape;83;p16"/>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4" name="Google Shape;84;p16"/>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5" name="Google Shape;85;p16"/>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6" name="Google Shape;86;p16"/>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Z_Slide with the slogan (turquoise)" showMasterSp="0">
  <p:cSld name="2_CZ_Slide with the slogan (turquoise)">
    <p:bg>
      <p:bgPr>
        <a:solidFill>
          <a:schemeClr val="lt2"/>
        </a:solidFill>
      </p:bgPr>
    </p:bg>
    <p:spTree>
      <p:nvGrpSpPr>
        <p:cNvPr id="87" name="Shape 87"/>
        <p:cNvGrpSpPr/>
        <p:nvPr/>
      </p:nvGrpSpPr>
      <p:grpSpPr>
        <a:xfrm>
          <a:off x="0" y="0"/>
          <a:ext cx="0" cy="0"/>
          <a:chOff x="0" y="0"/>
          <a:chExt cx="0" cy="0"/>
        </a:xfrm>
      </p:grpSpPr>
      <p:sp>
        <p:nvSpPr>
          <p:cNvPr id="88" name="Google Shape;88;p17"/>
          <p:cNvSpPr/>
          <p:nvPr/>
        </p:nvSpPr>
        <p:spPr>
          <a:xfrm>
            <a:off x="0" y="0"/>
            <a:ext cx="12192000" cy="6858000"/>
          </a:xfrm>
          <a:prstGeom prst="rect">
            <a:avLst/>
          </a:prstGeom>
          <a:solidFill>
            <a:schemeClr val="lt2"/>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id="89" name="Google Shape;89;p17"/>
          <p:cNvPicPr preferRelativeResize="0"/>
          <p:nvPr/>
        </p:nvPicPr>
        <p:blipFill rotWithShape="1">
          <a:blip r:embed="rId2">
            <a:alphaModFix/>
          </a:blip>
          <a:srcRect b="0" l="0" r="0" t="0"/>
          <a:stretch/>
        </p:blipFill>
        <p:spPr>
          <a:xfrm>
            <a:off x="1099931" y="1243640"/>
            <a:ext cx="8165656" cy="1750237"/>
          </a:xfrm>
          <a:prstGeom prst="rect">
            <a:avLst/>
          </a:prstGeom>
          <a:noFill/>
          <a:ln>
            <a:noFill/>
          </a:ln>
        </p:spPr>
      </p:pic>
      <p:sp>
        <p:nvSpPr>
          <p:cNvPr id="90" name="Google Shape;90;p17"/>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91" name="Google Shape;91;p17"/>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Budějovická 778/3a</a:t>
            </a:r>
            <a:endParaRPr/>
          </a:p>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140 00 Praha 4, Czech Republic</a:t>
            </a:r>
            <a:endParaRPr sz="1400">
              <a:solidFill>
                <a:schemeClr val="dk1"/>
              </a:solidFill>
              <a:latin typeface="Roboto Light"/>
              <a:ea typeface="Roboto Light"/>
              <a:cs typeface="Roboto Light"/>
              <a:sym typeface="Roboto Light"/>
            </a:endParaRPr>
          </a:p>
        </p:txBody>
      </p:sp>
      <p:sp>
        <p:nvSpPr>
          <p:cNvPr id="92" name="Google Shape;92;p17"/>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+420 234 292 500</a:t>
            </a:r>
            <a:endParaRPr/>
          </a:p>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sales@asseco-ce.com</a:t>
            </a:r>
            <a:endParaRPr/>
          </a:p>
        </p:txBody>
      </p:sp>
      <p:sp>
        <p:nvSpPr>
          <p:cNvPr id="93" name="Google Shape;93;p17"/>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Roboto Light"/>
              <a:buNone/>
            </a:pPr>
            <a:r>
              <a:rPr lang="en-US" sz="1400">
                <a:solidFill>
                  <a:schemeClr val="dk1"/>
                </a:solidFill>
                <a:latin typeface="Roboto Light"/>
                <a:ea typeface="Roboto Light"/>
                <a:cs typeface="Roboto Light"/>
                <a:sym typeface="Roboto Light"/>
              </a:rPr>
              <a:t>www.asseco.com/ce</a:t>
            </a:r>
            <a:endParaRPr sz="1400">
              <a:solidFill>
                <a:schemeClr val="dk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linkedin.com/company/asseco-central-europe</a:t>
            </a:r>
            <a:endParaRPr/>
          </a:p>
        </p:txBody>
      </p:sp>
      <p:sp>
        <p:nvSpPr>
          <p:cNvPr id="94" name="Google Shape;94;p17"/>
          <p:cNvSpPr/>
          <p:nvPr/>
        </p:nvSpPr>
        <p:spPr>
          <a:xfrm>
            <a:off x="1127866" y="4568915"/>
            <a:ext cx="223632" cy="223632"/>
          </a:xfrm>
          <a:prstGeom prst="rect">
            <a:avLst/>
          </a:prstGeom>
          <a:noFill/>
          <a:ln>
            <a:noFill/>
          </a:ln>
        </p:spPr>
      </p:sp>
      <p:sp>
        <p:nvSpPr>
          <p:cNvPr id="95" name="Google Shape;95;p17"/>
          <p:cNvSpPr/>
          <p:nvPr/>
        </p:nvSpPr>
        <p:spPr>
          <a:xfrm>
            <a:off x="7110394" y="4562384"/>
            <a:ext cx="236786" cy="236786"/>
          </a:xfrm>
          <a:prstGeom prst="rect">
            <a:avLst/>
          </a:prstGeom>
          <a:noFill/>
          <a:ln>
            <a:noFill/>
          </a:ln>
        </p:spPr>
      </p:sp>
      <p:sp>
        <p:nvSpPr>
          <p:cNvPr id="96" name="Google Shape;96;p17"/>
          <p:cNvSpPr/>
          <p:nvPr/>
        </p:nvSpPr>
        <p:spPr>
          <a:xfrm>
            <a:off x="4638512" y="4556601"/>
            <a:ext cx="234936" cy="234934"/>
          </a:xfrm>
          <a:prstGeom prst="rect">
            <a:avLst/>
          </a:prstGeom>
          <a:noFill/>
          <a:ln>
            <a:noFill/>
          </a:ln>
        </p:spPr>
      </p:sp>
      <p:sp>
        <p:nvSpPr>
          <p:cNvPr id="97" name="Google Shape;97;p17"/>
          <p:cNvSpPr/>
          <p:nvPr/>
        </p:nvSpPr>
        <p:spPr>
          <a:xfrm>
            <a:off x="4644861" y="4925787"/>
            <a:ext cx="200824" cy="200822"/>
          </a:xfrm>
          <a:prstGeom prst="rect">
            <a:avLst/>
          </a:prstGeom>
          <a:noFill/>
          <a:ln>
            <a:noFill/>
          </a:ln>
        </p:spPr>
      </p:sp>
      <p:sp>
        <p:nvSpPr>
          <p:cNvPr id="98" name="Google Shape;98;p17"/>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ogo" showMasterSp="0">
  <p:cSld name="Logo">
    <p:spTree>
      <p:nvGrpSpPr>
        <p:cNvPr id="99" name="Shape 99"/>
        <p:cNvGrpSpPr/>
        <p:nvPr/>
      </p:nvGrpSpPr>
      <p:grpSpPr>
        <a:xfrm>
          <a:off x="0" y="0"/>
          <a:ext cx="0" cy="0"/>
          <a:chOff x="0" y="0"/>
          <a:chExt cx="0" cy="0"/>
        </a:xfrm>
      </p:grpSpPr>
      <p:grpSp>
        <p:nvGrpSpPr>
          <p:cNvPr id="100" name="Google Shape;100;p18"/>
          <p:cNvGrpSpPr/>
          <p:nvPr/>
        </p:nvGrpSpPr>
        <p:grpSpPr>
          <a:xfrm>
            <a:off x="2794002" y="3065174"/>
            <a:ext cx="6603996" cy="727652"/>
            <a:chOff x="1719263" y="3114675"/>
            <a:chExt cx="5705476" cy="628650"/>
          </a:xfrm>
        </p:grpSpPr>
        <p:sp>
          <p:nvSpPr>
            <p:cNvPr id="101" name="Google Shape;101;p18"/>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02" name="Google Shape;102;p18"/>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03" name="Google Shape;103;p18"/>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04" name="Google Shape;104;p18"/>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05" name="Google Shape;105;p18"/>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06" name="Google Shape;106;p18"/>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grpSp>
        <p:nvGrpSpPr>
          <p:cNvPr id="107" name="Google Shape;107;p18"/>
          <p:cNvGrpSpPr/>
          <p:nvPr/>
        </p:nvGrpSpPr>
        <p:grpSpPr>
          <a:xfrm rot="5400000">
            <a:off x="-3572540" y="3312041"/>
            <a:ext cx="6815472" cy="233918"/>
            <a:chOff x="0" y="-711770"/>
            <a:chExt cx="4642907" cy="564813"/>
          </a:xfrm>
        </p:grpSpPr>
        <p:grpSp>
          <p:nvGrpSpPr>
            <p:cNvPr id="108" name="Google Shape;108;p18"/>
            <p:cNvGrpSpPr/>
            <p:nvPr/>
          </p:nvGrpSpPr>
          <p:grpSpPr>
            <a:xfrm>
              <a:off x="791421" y="-711770"/>
              <a:ext cx="685800" cy="564813"/>
              <a:chOff x="304800" y="937146"/>
              <a:chExt cx="1624082" cy="286603"/>
            </a:xfrm>
          </p:grpSpPr>
          <p:sp>
            <p:nvSpPr>
              <p:cNvPr id="109" name="Google Shape;109;p18"/>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0" name="Google Shape;110;p18"/>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1" name="Google Shape;111;p18"/>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2" name="Google Shape;112;p18"/>
            <p:cNvGrpSpPr/>
            <p:nvPr/>
          </p:nvGrpSpPr>
          <p:grpSpPr>
            <a:xfrm>
              <a:off x="2374263" y="-711770"/>
              <a:ext cx="685800" cy="564813"/>
              <a:chOff x="304800" y="937146"/>
              <a:chExt cx="1624082" cy="286603"/>
            </a:xfrm>
          </p:grpSpPr>
          <p:sp>
            <p:nvSpPr>
              <p:cNvPr id="113" name="Google Shape;113;p18"/>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4" name="Google Shape;114;p18"/>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5" name="Google Shape;115;p18"/>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6" name="Google Shape;116;p18"/>
            <p:cNvGrpSpPr/>
            <p:nvPr/>
          </p:nvGrpSpPr>
          <p:grpSpPr>
            <a:xfrm>
              <a:off x="1582842" y="-711770"/>
              <a:ext cx="685800" cy="564813"/>
              <a:chOff x="304800" y="937146"/>
              <a:chExt cx="1624082" cy="286603"/>
            </a:xfrm>
          </p:grpSpPr>
          <p:sp>
            <p:nvSpPr>
              <p:cNvPr id="117" name="Google Shape;117;p18"/>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8" name="Google Shape;118;p18"/>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9" name="Google Shape;119;p18"/>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0" name="Google Shape;120;p18"/>
            <p:cNvGrpSpPr/>
            <p:nvPr/>
          </p:nvGrpSpPr>
          <p:grpSpPr>
            <a:xfrm>
              <a:off x="0" y="-711770"/>
              <a:ext cx="685800" cy="564813"/>
              <a:chOff x="304800" y="937146"/>
              <a:chExt cx="1624082" cy="286603"/>
            </a:xfrm>
          </p:grpSpPr>
          <p:sp>
            <p:nvSpPr>
              <p:cNvPr id="121" name="Google Shape;121;p18"/>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2" name="Google Shape;122;p18"/>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3" name="Google Shape;123;p18"/>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4" name="Google Shape;124;p18"/>
            <p:cNvGrpSpPr/>
            <p:nvPr/>
          </p:nvGrpSpPr>
          <p:grpSpPr>
            <a:xfrm>
              <a:off x="3957107" y="-711770"/>
              <a:ext cx="685800" cy="564813"/>
              <a:chOff x="304800" y="937146"/>
              <a:chExt cx="1624082" cy="286603"/>
            </a:xfrm>
          </p:grpSpPr>
          <p:sp>
            <p:nvSpPr>
              <p:cNvPr id="125" name="Google Shape;125;p18"/>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6" name="Google Shape;126;p18"/>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7" name="Google Shape;127;p18"/>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8" name="Google Shape;128;p18"/>
            <p:cNvGrpSpPr/>
            <p:nvPr/>
          </p:nvGrpSpPr>
          <p:grpSpPr>
            <a:xfrm>
              <a:off x="3165684" y="-711770"/>
              <a:ext cx="685800" cy="564813"/>
              <a:chOff x="304800" y="937146"/>
              <a:chExt cx="1624082" cy="286603"/>
            </a:xfrm>
          </p:grpSpPr>
          <p:sp>
            <p:nvSpPr>
              <p:cNvPr id="129" name="Google Shape;129;p18"/>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0" name="Google Shape;130;p18"/>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1" name="Google Shape;131;p18"/>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Logo ACE" showMasterSp="0">
  <p:cSld name="1_Logo ACE">
    <p:spTree>
      <p:nvGrpSpPr>
        <p:cNvPr id="132" name="Shape 132"/>
        <p:cNvGrpSpPr/>
        <p:nvPr/>
      </p:nvGrpSpPr>
      <p:grpSpPr>
        <a:xfrm>
          <a:off x="0" y="0"/>
          <a:ext cx="0" cy="0"/>
          <a:chOff x="0" y="0"/>
          <a:chExt cx="0" cy="0"/>
        </a:xfrm>
      </p:grpSpPr>
      <p:pic>
        <p:nvPicPr>
          <p:cNvPr id="133" name="Google Shape;133;p19"/>
          <p:cNvPicPr preferRelativeResize="0"/>
          <p:nvPr/>
        </p:nvPicPr>
        <p:blipFill rotWithShape="1">
          <a:blip r:embed="rId2">
            <a:alphaModFix/>
          </a:blip>
          <a:srcRect b="0" l="0" r="0" t="0"/>
          <a:stretch/>
        </p:blipFill>
        <p:spPr>
          <a:xfrm>
            <a:off x="2794002" y="2657321"/>
            <a:ext cx="6603998" cy="1543357"/>
          </a:xfrm>
          <a:prstGeom prst="rect">
            <a:avLst/>
          </a:prstGeom>
          <a:noFill/>
          <a:ln>
            <a:noFill/>
          </a:ln>
        </p:spPr>
      </p:pic>
      <p:grpSp>
        <p:nvGrpSpPr>
          <p:cNvPr id="134" name="Google Shape;134;p19"/>
          <p:cNvGrpSpPr/>
          <p:nvPr/>
        </p:nvGrpSpPr>
        <p:grpSpPr>
          <a:xfrm rot="5400000">
            <a:off x="-3572540" y="3312041"/>
            <a:ext cx="6815472" cy="233918"/>
            <a:chOff x="0" y="-711770"/>
            <a:chExt cx="4642907" cy="564813"/>
          </a:xfrm>
        </p:grpSpPr>
        <p:grpSp>
          <p:nvGrpSpPr>
            <p:cNvPr id="135" name="Google Shape;135;p19"/>
            <p:cNvGrpSpPr/>
            <p:nvPr/>
          </p:nvGrpSpPr>
          <p:grpSpPr>
            <a:xfrm>
              <a:off x="791421" y="-711770"/>
              <a:ext cx="685800" cy="564813"/>
              <a:chOff x="304800" y="937146"/>
              <a:chExt cx="1624082" cy="286603"/>
            </a:xfrm>
          </p:grpSpPr>
          <p:sp>
            <p:nvSpPr>
              <p:cNvPr id="136" name="Google Shape;136;p19"/>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7" name="Google Shape;137;p19"/>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8" name="Google Shape;138;p19"/>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9" name="Google Shape;139;p19"/>
            <p:cNvGrpSpPr/>
            <p:nvPr/>
          </p:nvGrpSpPr>
          <p:grpSpPr>
            <a:xfrm>
              <a:off x="2374263" y="-711770"/>
              <a:ext cx="685800" cy="564813"/>
              <a:chOff x="304800" y="937146"/>
              <a:chExt cx="1624082" cy="286603"/>
            </a:xfrm>
          </p:grpSpPr>
          <p:sp>
            <p:nvSpPr>
              <p:cNvPr id="140" name="Google Shape;140;p19"/>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41" name="Google Shape;141;p19"/>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42" name="Google Shape;142;p19"/>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43" name="Google Shape;143;p19"/>
            <p:cNvGrpSpPr/>
            <p:nvPr/>
          </p:nvGrpSpPr>
          <p:grpSpPr>
            <a:xfrm>
              <a:off x="1582842" y="-711770"/>
              <a:ext cx="685800" cy="564813"/>
              <a:chOff x="304800" y="937146"/>
              <a:chExt cx="1624082" cy="286603"/>
            </a:xfrm>
          </p:grpSpPr>
          <p:sp>
            <p:nvSpPr>
              <p:cNvPr id="144" name="Google Shape;144;p19"/>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45" name="Google Shape;145;p19"/>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46" name="Google Shape;146;p19"/>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47" name="Google Shape;147;p19"/>
            <p:cNvGrpSpPr/>
            <p:nvPr/>
          </p:nvGrpSpPr>
          <p:grpSpPr>
            <a:xfrm>
              <a:off x="0" y="-711770"/>
              <a:ext cx="685800" cy="564813"/>
              <a:chOff x="304800" y="937146"/>
              <a:chExt cx="1624082" cy="286603"/>
            </a:xfrm>
          </p:grpSpPr>
          <p:sp>
            <p:nvSpPr>
              <p:cNvPr id="148" name="Google Shape;148;p19"/>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49" name="Google Shape;149;p19"/>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50" name="Google Shape;150;p19"/>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51" name="Google Shape;151;p19"/>
            <p:cNvGrpSpPr/>
            <p:nvPr/>
          </p:nvGrpSpPr>
          <p:grpSpPr>
            <a:xfrm>
              <a:off x="3957107" y="-711770"/>
              <a:ext cx="685800" cy="564813"/>
              <a:chOff x="304800" y="937146"/>
              <a:chExt cx="1624082" cy="286603"/>
            </a:xfrm>
          </p:grpSpPr>
          <p:sp>
            <p:nvSpPr>
              <p:cNvPr id="152" name="Google Shape;152;p19"/>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53" name="Google Shape;153;p19"/>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54" name="Google Shape;154;p19"/>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55" name="Google Shape;155;p19"/>
            <p:cNvGrpSpPr/>
            <p:nvPr/>
          </p:nvGrpSpPr>
          <p:grpSpPr>
            <a:xfrm>
              <a:off x="3165684" y="-711770"/>
              <a:ext cx="685800" cy="564813"/>
              <a:chOff x="304800" y="937146"/>
              <a:chExt cx="1624082" cy="286603"/>
            </a:xfrm>
          </p:grpSpPr>
          <p:sp>
            <p:nvSpPr>
              <p:cNvPr id="156" name="Google Shape;156;p19"/>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57" name="Google Shape;157;p19"/>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58" name="Google Shape;158;p19"/>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CE" showMasterSp="0">
  <p:cSld name="1_Title ACE">
    <p:spTree>
      <p:nvGrpSpPr>
        <p:cNvPr id="159" name="Shape 159"/>
        <p:cNvGrpSpPr/>
        <p:nvPr/>
      </p:nvGrpSpPr>
      <p:grpSpPr>
        <a:xfrm>
          <a:off x="0" y="0"/>
          <a:ext cx="0" cy="0"/>
          <a:chOff x="0" y="0"/>
          <a:chExt cx="0" cy="0"/>
        </a:xfrm>
      </p:grpSpPr>
      <p:sp>
        <p:nvSpPr>
          <p:cNvPr id="160" name="Google Shape;160;p20"/>
          <p:cNvSpPr/>
          <p:nvPr/>
        </p:nvSpPr>
        <p:spPr>
          <a:xfrm rot="-5400000">
            <a:off x="971550" y="4997450"/>
            <a:ext cx="889000" cy="2832100"/>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Roboto Light"/>
              <a:ea typeface="Roboto Light"/>
              <a:cs typeface="Roboto Light"/>
              <a:sym typeface="Roboto Light"/>
            </a:endParaRPr>
          </a:p>
        </p:txBody>
      </p:sp>
      <p:sp>
        <p:nvSpPr>
          <p:cNvPr id="161" name="Google Shape;161;p20"/>
          <p:cNvSpPr/>
          <p:nvPr>
            <p:ph idx="2" type="pic"/>
          </p:nvPr>
        </p:nvSpPr>
        <p:spPr>
          <a:xfrm>
            <a:off x="0" y="0"/>
            <a:ext cx="12191999" cy="6858000"/>
          </a:xfrm>
          <a:prstGeom prst="rect">
            <a:avLst/>
          </a:prstGeom>
          <a:solidFill>
            <a:srgbClr val="DCDEDE"/>
          </a:solidFill>
          <a:ln>
            <a:noFill/>
          </a:ln>
        </p:spPr>
      </p:sp>
      <p:sp>
        <p:nvSpPr>
          <p:cNvPr id="162" name="Google Shape;162;p20"/>
          <p:cNvSpPr txBox="1"/>
          <p:nvPr/>
        </p:nvSpPr>
        <p:spPr>
          <a:xfrm>
            <a:off x="412288" y="6294186"/>
            <a:ext cx="2208184" cy="293995"/>
          </a:xfrm>
          <a:prstGeom prst="rect">
            <a:avLst/>
          </a:prstGeom>
          <a:noFill/>
          <a:ln>
            <a:noFill/>
          </a:ln>
        </p:spPr>
        <p:txBody>
          <a:bodyPr anchorCtr="0" anchor="ctr" bIns="0" lIns="0" spcFirstLastPara="1" rIns="0" wrap="square" tIns="0">
            <a:normAutofit/>
          </a:bodyPr>
          <a:lstStyle/>
          <a:p>
            <a:pPr indent="0" lvl="0" marL="0" marR="0" rtl="0" algn="l">
              <a:lnSpc>
                <a:spcPct val="95000"/>
              </a:lnSpc>
              <a:spcBef>
                <a:spcPts val="0"/>
              </a:spcBef>
              <a:spcAft>
                <a:spcPts val="0"/>
              </a:spcAft>
              <a:buClr>
                <a:schemeClr val="accent4"/>
              </a:buClr>
              <a:buSzPts val="1000"/>
              <a:buFont typeface="Calibri"/>
              <a:buNone/>
            </a:pPr>
            <a:r>
              <a:rPr b="0" lang="en-US" sz="1000">
                <a:solidFill>
                  <a:schemeClr val="lt1"/>
                </a:solidFill>
                <a:latin typeface="Roboto Light"/>
                <a:ea typeface="Roboto Light"/>
                <a:cs typeface="Roboto Light"/>
                <a:sym typeface="Roboto Light"/>
              </a:rPr>
              <a:t>2026 © Asseco Central Europe</a:t>
            </a:r>
            <a:endParaRPr b="0" sz="1000">
              <a:solidFill>
                <a:schemeClr val="lt1"/>
              </a:solidFill>
              <a:latin typeface="Roboto Light"/>
              <a:ea typeface="Roboto Light"/>
              <a:cs typeface="Roboto Light"/>
              <a:sym typeface="Roboto Light"/>
            </a:endParaRPr>
          </a:p>
        </p:txBody>
      </p:sp>
      <p:sp>
        <p:nvSpPr>
          <p:cNvPr id="163" name="Google Shape;163;p20"/>
          <p:cNvSpPr/>
          <p:nvPr/>
        </p:nvSpPr>
        <p:spPr>
          <a:xfrm>
            <a:off x="419100" y="3701992"/>
            <a:ext cx="1905000" cy="446850"/>
          </a:xfrm>
          <a:prstGeom prst="rect">
            <a:avLst/>
          </a:prstGeom>
          <a:noFill/>
          <a:ln>
            <a:noFill/>
          </a:ln>
        </p:spPr>
      </p:sp>
      <p:sp>
        <p:nvSpPr>
          <p:cNvPr id="164" name="Google Shape;164;p20"/>
          <p:cNvSpPr txBox="1"/>
          <p:nvPr>
            <p:ph idx="1" type="body"/>
          </p:nvPr>
        </p:nvSpPr>
        <p:spPr>
          <a:xfrm>
            <a:off x="3162300" y="4630680"/>
            <a:ext cx="6694788" cy="390081"/>
          </a:xfrm>
          <a:prstGeom prst="rect">
            <a:avLst/>
          </a:prstGeom>
          <a:noFill/>
          <a:ln>
            <a:noFill/>
          </a:ln>
        </p:spPr>
        <p:txBody>
          <a:bodyPr anchorCtr="0" anchor="ctr" bIns="0" lIns="0" spcFirstLastPara="1" rIns="0" wrap="square" tIns="0">
            <a:normAutofit/>
          </a:bodyPr>
          <a:lstStyle>
            <a:lvl1pPr indent="-228600" lvl="0" marL="457200" algn="l">
              <a:lnSpc>
                <a:spcPct val="95000"/>
              </a:lnSpc>
              <a:spcBef>
                <a:spcPts val="0"/>
              </a:spcBef>
              <a:spcAft>
                <a:spcPts val="0"/>
              </a:spcAft>
              <a:buSzPts val="2000"/>
              <a:buNone/>
              <a:defRPr sz="2000">
                <a:solidFill>
                  <a:srgbClr val="000000"/>
                </a:solidFill>
                <a:latin typeface="Roboto Light"/>
                <a:ea typeface="Roboto Light"/>
                <a:cs typeface="Roboto Light"/>
                <a:sym typeface="Roboto Light"/>
              </a:defRPr>
            </a:lvl1pPr>
            <a:lvl2pPr indent="-331470" lvl="1" marL="914400" algn="l">
              <a:lnSpc>
                <a:spcPct val="95000"/>
              </a:lnSpc>
              <a:spcBef>
                <a:spcPts val="800"/>
              </a:spcBef>
              <a:spcAft>
                <a:spcPts val="0"/>
              </a:spcAft>
              <a:buSzPts val="1620"/>
              <a:buChar char="→"/>
              <a:defRPr/>
            </a:lvl2pPr>
            <a:lvl3pPr indent="-331470" lvl="2" marL="1371600" algn="l">
              <a:lnSpc>
                <a:spcPct val="95000"/>
              </a:lnSpc>
              <a:spcBef>
                <a:spcPts val="800"/>
              </a:spcBef>
              <a:spcAft>
                <a:spcPts val="0"/>
              </a:spcAft>
              <a:buSzPts val="1620"/>
              <a:buChar char="‒"/>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5" name="Google Shape;165;p20"/>
          <p:cNvSpPr txBox="1"/>
          <p:nvPr>
            <p:ph type="title"/>
          </p:nvPr>
        </p:nvSpPr>
        <p:spPr>
          <a:xfrm>
            <a:off x="3162300" y="2919774"/>
            <a:ext cx="6694788" cy="1674562"/>
          </a:xfrm>
          <a:prstGeom prst="rect">
            <a:avLst/>
          </a:prstGeom>
          <a:noFill/>
          <a:ln>
            <a:noFill/>
          </a:ln>
        </p:spPr>
        <p:txBody>
          <a:bodyPr anchorCtr="0" anchor="t" bIns="0" lIns="0" spcFirstLastPara="1" rIns="0" wrap="square" tIns="0">
            <a:noAutofit/>
          </a:bodyPr>
          <a:lstStyle>
            <a:lvl1pPr lvl="0" algn="l">
              <a:spcBef>
                <a:spcPts val="0"/>
              </a:spcBef>
              <a:spcAft>
                <a:spcPts val="0"/>
              </a:spcAft>
              <a:buClr>
                <a:srgbClr val="000000"/>
              </a:buClr>
              <a:buSzPts val="5400"/>
              <a:buFont typeface="Roboto Black"/>
              <a:buNone/>
              <a:defRPr b="1" sz="5400">
                <a:latin typeface="Roboto Black"/>
                <a:ea typeface="Roboto Black"/>
                <a:cs typeface="Roboto Black"/>
                <a:sym typeface="Robo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66" name="Google Shape;166;p20"/>
          <p:cNvGrpSpPr/>
          <p:nvPr/>
        </p:nvGrpSpPr>
        <p:grpSpPr>
          <a:xfrm rot="5400000">
            <a:off x="-3572540" y="3312041"/>
            <a:ext cx="6815472" cy="233918"/>
            <a:chOff x="0" y="-711770"/>
            <a:chExt cx="4642907" cy="564813"/>
          </a:xfrm>
        </p:grpSpPr>
        <p:grpSp>
          <p:nvGrpSpPr>
            <p:cNvPr id="167" name="Google Shape;167;p20"/>
            <p:cNvGrpSpPr/>
            <p:nvPr/>
          </p:nvGrpSpPr>
          <p:grpSpPr>
            <a:xfrm>
              <a:off x="791421" y="-711770"/>
              <a:ext cx="685800" cy="564813"/>
              <a:chOff x="304800" y="937146"/>
              <a:chExt cx="1624082" cy="286603"/>
            </a:xfrm>
          </p:grpSpPr>
          <p:sp>
            <p:nvSpPr>
              <p:cNvPr id="168" name="Google Shape;168;p20"/>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69" name="Google Shape;169;p20"/>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70" name="Google Shape;170;p20"/>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71" name="Google Shape;171;p20"/>
            <p:cNvGrpSpPr/>
            <p:nvPr/>
          </p:nvGrpSpPr>
          <p:grpSpPr>
            <a:xfrm>
              <a:off x="2374263" y="-711770"/>
              <a:ext cx="685800" cy="564813"/>
              <a:chOff x="304800" y="937146"/>
              <a:chExt cx="1624082" cy="286603"/>
            </a:xfrm>
          </p:grpSpPr>
          <p:sp>
            <p:nvSpPr>
              <p:cNvPr id="172" name="Google Shape;172;p20"/>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73" name="Google Shape;173;p20"/>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74" name="Google Shape;174;p20"/>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75" name="Google Shape;175;p20"/>
            <p:cNvGrpSpPr/>
            <p:nvPr/>
          </p:nvGrpSpPr>
          <p:grpSpPr>
            <a:xfrm>
              <a:off x="1582842" y="-711770"/>
              <a:ext cx="685800" cy="564813"/>
              <a:chOff x="304800" y="937146"/>
              <a:chExt cx="1624082" cy="286603"/>
            </a:xfrm>
          </p:grpSpPr>
          <p:sp>
            <p:nvSpPr>
              <p:cNvPr id="176" name="Google Shape;176;p20"/>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77" name="Google Shape;177;p20"/>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78" name="Google Shape;178;p20"/>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79" name="Google Shape;179;p20"/>
            <p:cNvGrpSpPr/>
            <p:nvPr/>
          </p:nvGrpSpPr>
          <p:grpSpPr>
            <a:xfrm>
              <a:off x="0" y="-711770"/>
              <a:ext cx="685800" cy="564813"/>
              <a:chOff x="304800" y="937146"/>
              <a:chExt cx="1624082" cy="286603"/>
            </a:xfrm>
          </p:grpSpPr>
          <p:sp>
            <p:nvSpPr>
              <p:cNvPr id="180" name="Google Shape;180;p20"/>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81" name="Google Shape;181;p20"/>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82" name="Google Shape;182;p20"/>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83" name="Google Shape;183;p20"/>
            <p:cNvGrpSpPr/>
            <p:nvPr/>
          </p:nvGrpSpPr>
          <p:grpSpPr>
            <a:xfrm>
              <a:off x="3957107" y="-711770"/>
              <a:ext cx="685800" cy="564813"/>
              <a:chOff x="304800" y="937146"/>
              <a:chExt cx="1624082" cy="286603"/>
            </a:xfrm>
          </p:grpSpPr>
          <p:sp>
            <p:nvSpPr>
              <p:cNvPr id="184" name="Google Shape;184;p20"/>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85" name="Google Shape;185;p20"/>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86" name="Google Shape;186;p20"/>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87" name="Google Shape;187;p20"/>
            <p:cNvGrpSpPr/>
            <p:nvPr/>
          </p:nvGrpSpPr>
          <p:grpSpPr>
            <a:xfrm>
              <a:off x="3165684" y="-711770"/>
              <a:ext cx="685800" cy="564813"/>
              <a:chOff x="304800" y="937146"/>
              <a:chExt cx="1624082" cy="286603"/>
            </a:xfrm>
          </p:grpSpPr>
          <p:sp>
            <p:nvSpPr>
              <p:cNvPr id="188" name="Google Shape;188;p20"/>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89" name="Google Shape;189;p20"/>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90" name="Google Shape;190;p20"/>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showMasterSp="0">
  <p:cSld name="Title 2">
    <p:spTree>
      <p:nvGrpSpPr>
        <p:cNvPr id="191" name="Shape 191"/>
        <p:cNvGrpSpPr/>
        <p:nvPr/>
      </p:nvGrpSpPr>
      <p:grpSpPr>
        <a:xfrm>
          <a:off x="0" y="0"/>
          <a:ext cx="0" cy="0"/>
          <a:chOff x="0" y="0"/>
          <a:chExt cx="0" cy="0"/>
        </a:xfrm>
      </p:grpSpPr>
      <p:sp>
        <p:nvSpPr>
          <p:cNvPr id="192" name="Google Shape;192;p21"/>
          <p:cNvSpPr txBox="1"/>
          <p:nvPr>
            <p:ph idx="11" type="ftr"/>
          </p:nvPr>
        </p:nvSpPr>
        <p:spPr>
          <a:xfrm>
            <a:off x="1107429" y="4039781"/>
            <a:ext cx="10572207"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sz="14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21"/>
          <p:cNvSpPr txBox="1"/>
          <p:nvPr>
            <p:ph idx="1" type="body"/>
          </p:nvPr>
        </p:nvSpPr>
        <p:spPr>
          <a:xfrm>
            <a:off x="1085850" y="2583932"/>
            <a:ext cx="10593786" cy="964553"/>
          </a:xfrm>
          <a:prstGeom prst="rect">
            <a:avLst/>
          </a:prstGeom>
          <a:noFill/>
          <a:ln>
            <a:noFill/>
          </a:ln>
        </p:spPr>
        <p:txBody>
          <a:bodyPr anchorCtr="0" anchor="t" bIns="0" lIns="0" spcFirstLastPara="1" rIns="0" wrap="square" tIns="0">
            <a:normAutofit/>
          </a:bodyPr>
          <a:lstStyle>
            <a:lvl1pPr indent="-228600" lvl="0" marL="457200" algn="l">
              <a:lnSpc>
                <a:spcPct val="95000"/>
              </a:lnSpc>
              <a:spcBef>
                <a:spcPts val="0"/>
              </a:spcBef>
              <a:spcAft>
                <a:spcPts val="0"/>
              </a:spcAft>
              <a:buSzPts val="2400"/>
              <a:buNone/>
              <a:defRPr sz="2400">
                <a:solidFill>
                  <a:srgbClr val="000000"/>
                </a:solidFill>
              </a:defRPr>
            </a:lvl1pPr>
            <a:lvl2pPr indent="-331470" lvl="1" marL="914400" algn="l">
              <a:lnSpc>
                <a:spcPct val="95000"/>
              </a:lnSpc>
              <a:spcBef>
                <a:spcPts val="800"/>
              </a:spcBef>
              <a:spcAft>
                <a:spcPts val="0"/>
              </a:spcAft>
              <a:buSzPts val="1620"/>
              <a:buChar char="→"/>
              <a:defRPr/>
            </a:lvl2pPr>
            <a:lvl3pPr indent="-331470" lvl="2" marL="1371600" algn="l">
              <a:lnSpc>
                <a:spcPct val="95000"/>
              </a:lnSpc>
              <a:spcBef>
                <a:spcPts val="800"/>
              </a:spcBef>
              <a:spcAft>
                <a:spcPts val="0"/>
              </a:spcAft>
              <a:buSzPts val="1620"/>
              <a:buChar char="‒"/>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4" name="Google Shape;194;p21"/>
          <p:cNvSpPr txBox="1"/>
          <p:nvPr>
            <p:ph type="title"/>
          </p:nvPr>
        </p:nvSpPr>
        <p:spPr>
          <a:xfrm>
            <a:off x="1085851" y="1328045"/>
            <a:ext cx="10593786" cy="612527"/>
          </a:xfrm>
          <a:prstGeom prst="rect">
            <a:avLst/>
          </a:prstGeom>
          <a:noFill/>
          <a:ln>
            <a:noFill/>
          </a:ln>
        </p:spPr>
        <p:txBody>
          <a:bodyPr anchorCtr="0" anchor="t" bIns="0" lIns="0" spcFirstLastPara="1" rIns="0" wrap="square" tIns="0">
            <a:noAutofit/>
          </a:bodyPr>
          <a:lstStyle>
            <a:lvl1pPr lvl="0" algn="l">
              <a:spcBef>
                <a:spcPts val="0"/>
              </a:spcBef>
              <a:spcAft>
                <a:spcPts val="0"/>
              </a:spcAft>
              <a:buClr>
                <a:srgbClr val="000000"/>
              </a:buClr>
              <a:buSzPts val="4800"/>
              <a:buFont typeface="Roboto Medium"/>
              <a:buNone/>
              <a:defRPr b="1"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21"/>
          <p:cNvSpPr/>
          <p:nvPr>
            <p:ph idx="2" type="pic"/>
          </p:nvPr>
        </p:nvSpPr>
        <p:spPr>
          <a:xfrm>
            <a:off x="-4763" y="4564959"/>
            <a:ext cx="12196763" cy="2320029"/>
          </a:xfrm>
          <a:prstGeom prst="rect">
            <a:avLst/>
          </a:prstGeom>
          <a:solidFill>
            <a:srgbClr val="DCDEDE"/>
          </a:solidFill>
          <a:ln>
            <a:noFill/>
          </a:ln>
        </p:spPr>
      </p:sp>
      <p:grpSp>
        <p:nvGrpSpPr>
          <p:cNvPr id="196" name="Google Shape;196;p21"/>
          <p:cNvGrpSpPr/>
          <p:nvPr/>
        </p:nvGrpSpPr>
        <p:grpSpPr>
          <a:xfrm rot="5400000">
            <a:off x="-3572540" y="3312041"/>
            <a:ext cx="6815472" cy="233918"/>
            <a:chOff x="0" y="-711770"/>
            <a:chExt cx="4642907" cy="564813"/>
          </a:xfrm>
        </p:grpSpPr>
        <p:grpSp>
          <p:nvGrpSpPr>
            <p:cNvPr id="197" name="Google Shape;197;p21"/>
            <p:cNvGrpSpPr/>
            <p:nvPr/>
          </p:nvGrpSpPr>
          <p:grpSpPr>
            <a:xfrm>
              <a:off x="791421" y="-711770"/>
              <a:ext cx="685800" cy="564813"/>
              <a:chOff x="304800" y="937146"/>
              <a:chExt cx="1624082" cy="286603"/>
            </a:xfrm>
          </p:grpSpPr>
          <p:sp>
            <p:nvSpPr>
              <p:cNvPr id="198" name="Google Shape;198;p21"/>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99" name="Google Shape;199;p21"/>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00" name="Google Shape;200;p21"/>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01" name="Google Shape;201;p21"/>
            <p:cNvGrpSpPr/>
            <p:nvPr/>
          </p:nvGrpSpPr>
          <p:grpSpPr>
            <a:xfrm>
              <a:off x="2374263" y="-711770"/>
              <a:ext cx="685800" cy="564813"/>
              <a:chOff x="304800" y="937146"/>
              <a:chExt cx="1624082" cy="286603"/>
            </a:xfrm>
          </p:grpSpPr>
          <p:sp>
            <p:nvSpPr>
              <p:cNvPr id="202" name="Google Shape;202;p21"/>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03" name="Google Shape;203;p21"/>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04" name="Google Shape;204;p21"/>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05" name="Google Shape;205;p21"/>
            <p:cNvGrpSpPr/>
            <p:nvPr/>
          </p:nvGrpSpPr>
          <p:grpSpPr>
            <a:xfrm>
              <a:off x="1582842" y="-711770"/>
              <a:ext cx="685800" cy="564813"/>
              <a:chOff x="304800" y="937146"/>
              <a:chExt cx="1624082" cy="286603"/>
            </a:xfrm>
          </p:grpSpPr>
          <p:sp>
            <p:nvSpPr>
              <p:cNvPr id="206" name="Google Shape;206;p21"/>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07" name="Google Shape;207;p21"/>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08" name="Google Shape;208;p21"/>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09" name="Google Shape;209;p21"/>
            <p:cNvGrpSpPr/>
            <p:nvPr/>
          </p:nvGrpSpPr>
          <p:grpSpPr>
            <a:xfrm>
              <a:off x="0" y="-711770"/>
              <a:ext cx="685800" cy="564813"/>
              <a:chOff x="304800" y="937146"/>
              <a:chExt cx="1624082" cy="286603"/>
            </a:xfrm>
          </p:grpSpPr>
          <p:sp>
            <p:nvSpPr>
              <p:cNvPr id="210" name="Google Shape;210;p21"/>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11" name="Google Shape;211;p21"/>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12" name="Google Shape;212;p21"/>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13" name="Google Shape;213;p21"/>
            <p:cNvGrpSpPr/>
            <p:nvPr/>
          </p:nvGrpSpPr>
          <p:grpSpPr>
            <a:xfrm>
              <a:off x="3957107" y="-711770"/>
              <a:ext cx="685800" cy="564813"/>
              <a:chOff x="304800" y="937146"/>
              <a:chExt cx="1624082" cy="286603"/>
            </a:xfrm>
          </p:grpSpPr>
          <p:sp>
            <p:nvSpPr>
              <p:cNvPr id="214" name="Google Shape;214;p21"/>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15" name="Google Shape;215;p21"/>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16" name="Google Shape;216;p21"/>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17" name="Google Shape;217;p21"/>
            <p:cNvGrpSpPr/>
            <p:nvPr/>
          </p:nvGrpSpPr>
          <p:grpSpPr>
            <a:xfrm>
              <a:off x="3165684" y="-711770"/>
              <a:ext cx="685800" cy="564813"/>
              <a:chOff x="304800" y="937146"/>
              <a:chExt cx="1624082" cy="286603"/>
            </a:xfrm>
          </p:grpSpPr>
          <p:sp>
            <p:nvSpPr>
              <p:cNvPr id="218" name="Google Shape;218;p21"/>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19" name="Google Shape;219;p21"/>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20" name="Google Shape;220;p21"/>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grpSp>
        <p:nvGrpSpPr>
          <p:cNvPr id="221" name="Google Shape;221;p21"/>
          <p:cNvGrpSpPr/>
          <p:nvPr/>
        </p:nvGrpSpPr>
        <p:grpSpPr>
          <a:xfrm>
            <a:off x="9857088" y="296190"/>
            <a:ext cx="1888448" cy="208076"/>
            <a:chOff x="1719263" y="3114675"/>
            <a:chExt cx="5705476" cy="628650"/>
          </a:xfrm>
        </p:grpSpPr>
        <p:sp>
          <p:nvSpPr>
            <p:cNvPr id="222" name="Google Shape;222;p21"/>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223" name="Google Shape;223;p21"/>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224" name="Google Shape;224;p21"/>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225" name="Google Shape;225;p21"/>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226" name="Google Shape;226;p21"/>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227" name="Google Shape;227;p21"/>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ACE" showMasterSp="0">
  <p:cSld name="Title 2 ACE">
    <p:spTree>
      <p:nvGrpSpPr>
        <p:cNvPr id="228" name="Shape 228"/>
        <p:cNvGrpSpPr/>
        <p:nvPr/>
      </p:nvGrpSpPr>
      <p:grpSpPr>
        <a:xfrm>
          <a:off x="0" y="0"/>
          <a:ext cx="0" cy="0"/>
          <a:chOff x="0" y="0"/>
          <a:chExt cx="0" cy="0"/>
        </a:xfrm>
      </p:grpSpPr>
      <p:sp>
        <p:nvSpPr>
          <p:cNvPr id="229" name="Google Shape;229;p22"/>
          <p:cNvSpPr txBox="1"/>
          <p:nvPr>
            <p:ph idx="11" type="ftr"/>
          </p:nvPr>
        </p:nvSpPr>
        <p:spPr>
          <a:xfrm>
            <a:off x="1107429" y="4039781"/>
            <a:ext cx="10572207"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sz="14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0" name="Google Shape;230;p22"/>
          <p:cNvSpPr txBox="1"/>
          <p:nvPr>
            <p:ph idx="1" type="body"/>
          </p:nvPr>
        </p:nvSpPr>
        <p:spPr>
          <a:xfrm>
            <a:off x="1085850" y="2583932"/>
            <a:ext cx="10593786" cy="964553"/>
          </a:xfrm>
          <a:prstGeom prst="rect">
            <a:avLst/>
          </a:prstGeom>
          <a:noFill/>
          <a:ln>
            <a:noFill/>
          </a:ln>
        </p:spPr>
        <p:txBody>
          <a:bodyPr anchorCtr="0" anchor="t" bIns="0" lIns="0" spcFirstLastPara="1" rIns="0" wrap="square" tIns="0">
            <a:normAutofit/>
          </a:bodyPr>
          <a:lstStyle>
            <a:lvl1pPr indent="-228600" lvl="0" marL="457200" algn="l">
              <a:lnSpc>
                <a:spcPct val="95000"/>
              </a:lnSpc>
              <a:spcBef>
                <a:spcPts val="0"/>
              </a:spcBef>
              <a:spcAft>
                <a:spcPts val="0"/>
              </a:spcAft>
              <a:buSzPts val="2400"/>
              <a:buNone/>
              <a:defRPr sz="2400">
                <a:solidFill>
                  <a:srgbClr val="000000"/>
                </a:solidFill>
              </a:defRPr>
            </a:lvl1pPr>
            <a:lvl2pPr indent="-331470" lvl="1" marL="914400" algn="l">
              <a:lnSpc>
                <a:spcPct val="95000"/>
              </a:lnSpc>
              <a:spcBef>
                <a:spcPts val="800"/>
              </a:spcBef>
              <a:spcAft>
                <a:spcPts val="0"/>
              </a:spcAft>
              <a:buSzPts val="1620"/>
              <a:buChar char="→"/>
              <a:defRPr/>
            </a:lvl2pPr>
            <a:lvl3pPr indent="-331470" lvl="2" marL="1371600" algn="l">
              <a:lnSpc>
                <a:spcPct val="95000"/>
              </a:lnSpc>
              <a:spcBef>
                <a:spcPts val="800"/>
              </a:spcBef>
              <a:spcAft>
                <a:spcPts val="0"/>
              </a:spcAft>
              <a:buSzPts val="1620"/>
              <a:buChar char="‒"/>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1" name="Google Shape;231;p22"/>
          <p:cNvSpPr txBox="1"/>
          <p:nvPr>
            <p:ph type="title"/>
          </p:nvPr>
        </p:nvSpPr>
        <p:spPr>
          <a:xfrm>
            <a:off x="1085851" y="1328045"/>
            <a:ext cx="10593786" cy="612527"/>
          </a:xfrm>
          <a:prstGeom prst="rect">
            <a:avLst/>
          </a:prstGeom>
          <a:noFill/>
          <a:ln>
            <a:noFill/>
          </a:ln>
        </p:spPr>
        <p:txBody>
          <a:bodyPr anchorCtr="0" anchor="t" bIns="0" lIns="0" spcFirstLastPara="1" rIns="0" wrap="square" tIns="0">
            <a:noAutofit/>
          </a:bodyPr>
          <a:lstStyle>
            <a:lvl1pPr lvl="0" algn="l">
              <a:spcBef>
                <a:spcPts val="0"/>
              </a:spcBef>
              <a:spcAft>
                <a:spcPts val="0"/>
              </a:spcAft>
              <a:buClr>
                <a:srgbClr val="000000"/>
              </a:buClr>
              <a:buSzPts val="4800"/>
              <a:buFont typeface="Roboto Medium"/>
              <a:buNone/>
              <a:defRPr b="1"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2" name="Google Shape;232;p22"/>
          <p:cNvSpPr/>
          <p:nvPr>
            <p:ph idx="2" type="pic"/>
          </p:nvPr>
        </p:nvSpPr>
        <p:spPr>
          <a:xfrm>
            <a:off x="-4763" y="4564959"/>
            <a:ext cx="12196763" cy="2320029"/>
          </a:xfrm>
          <a:prstGeom prst="rect">
            <a:avLst/>
          </a:prstGeom>
          <a:solidFill>
            <a:srgbClr val="DCDEDE"/>
          </a:solidFill>
          <a:ln>
            <a:noFill/>
          </a:ln>
        </p:spPr>
      </p:sp>
      <p:grpSp>
        <p:nvGrpSpPr>
          <p:cNvPr id="233" name="Google Shape;233;p22"/>
          <p:cNvGrpSpPr/>
          <p:nvPr/>
        </p:nvGrpSpPr>
        <p:grpSpPr>
          <a:xfrm rot="5400000">
            <a:off x="-3572540" y="3312041"/>
            <a:ext cx="6815472" cy="233918"/>
            <a:chOff x="0" y="-711770"/>
            <a:chExt cx="4642907" cy="564813"/>
          </a:xfrm>
        </p:grpSpPr>
        <p:grpSp>
          <p:nvGrpSpPr>
            <p:cNvPr id="234" name="Google Shape;234;p22"/>
            <p:cNvGrpSpPr/>
            <p:nvPr/>
          </p:nvGrpSpPr>
          <p:grpSpPr>
            <a:xfrm>
              <a:off x="791421" y="-711770"/>
              <a:ext cx="685800" cy="564813"/>
              <a:chOff x="304800" y="937146"/>
              <a:chExt cx="1624082" cy="286603"/>
            </a:xfrm>
          </p:grpSpPr>
          <p:sp>
            <p:nvSpPr>
              <p:cNvPr id="235" name="Google Shape;235;p22"/>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36" name="Google Shape;236;p22"/>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37" name="Google Shape;237;p22"/>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38" name="Google Shape;238;p22"/>
            <p:cNvGrpSpPr/>
            <p:nvPr/>
          </p:nvGrpSpPr>
          <p:grpSpPr>
            <a:xfrm>
              <a:off x="2374263" y="-711770"/>
              <a:ext cx="685800" cy="564813"/>
              <a:chOff x="304800" y="937146"/>
              <a:chExt cx="1624082" cy="286603"/>
            </a:xfrm>
          </p:grpSpPr>
          <p:sp>
            <p:nvSpPr>
              <p:cNvPr id="239" name="Google Shape;239;p22"/>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40" name="Google Shape;240;p22"/>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41" name="Google Shape;241;p22"/>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42" name="Google Shape;242;p22"/>
            <p:cNvGrpSpPr/>
            <p:nvPr/>
          </p:nvGrpSpPr>
          <p:grpSpPr>
            <a:xfrm>
              <a:off x="1582842" y="-711770"/>
              <a:ext cx="685800" cy="564813"/>
              <a:chOff x="304800" y="937146"/>
              <a:chExt cx="1624082" cy="286603"/>
            </a:xfrm>
          </p:grpSpPr>
          <p:sp>
            <p:nvSpPr>
              <p:cNvPr id="243" name="Google Shape;243;p22"/>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44" name="Google Shape;244;p22"/>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45" name="Google Shape;245;p22"/>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46" name="Google Shape;246;p22"/>
            <p:cNvGrpSpPr/>
            <p:nvPr/>
          </p:nvGrpSpPr>
          <p:grpSpPr>
            <a:xfrm>
              <a:off x="0" y="-711770"/>
              <a:ext cx="685800" cy="564813"/>
              <a:chOff x="304800" y="937146"/>
              <a:chExt cx="1624082" cy="286603"/>
            </a:xfrm>
          </p:grpSpPr>
          <p:sp>
            <p:nvSpPr>
              <p:cNvPr id="247" name="Google Shape;247;p22"/>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48" name="Google Shape;248;p22"/>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49" name="Google Shape;249;p22"/>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50" name="Google Shape;250;p22"/>
            <p:cNvGrpSpPr/>
            <p:nvPr/>
          </p:nvGrpSpPr>
          <p:grpSpPr>
            <a:xfrm>
              <a:off x="3957107" y="-711770"/>
              <a:ext cx="685800" cy="564813"/>
              <a:chOff x="304800" y="937146"/>
              <a:chExt cx="1624082" cy="286603"/>
            </a:xfrm>
          </p:grpSpPr>
          <p:sp>
            <p:nvSpPr>
              <p:cNvPr id="251" name="Google Shape;251;p22"/>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52" name="Google Shape;252;p22"/>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53" name="Google Shape;253;p22"/>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54" name="Google Shape;254;p22"/>
            <p:cNvGrpSpPr/>
            <p:nvPr/>
          </p:nvGrpSpPr>
          <p:grpSpPr>
            <a:xfrm>
              <a:off x="3165684" y="-711770"/>
              <a:ext cx="685800" cy="564813"/>
              <a:chOff x="304800" y="937146"/>
              <a:chExt cx="1624082" cy="286603"/>
            </a:xfrm>
          </p:grpSpPr>
          <p:sp>
            <p:nvSpPr>
              <p:cNvPr id="255" name="Google Shape;255;p22"/>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56" name="Google Shape;256;p22"/>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57" name="Google Shape;257;p22"/>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258" name="Google Shape;258;p22"/>
          <p:cNvSpPr/>
          <p:nvPr/>
        </p:nvSpPr>
        <p:spPr>
          <a:xfrm>
            <a:off x="10271760" y="304437"/>
            <a:ext cx="1470184" cy="344857"/>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howMasterSp="0">
  <p:cSld name="Content">
    <p:spTree>
      <p:nvGrpSpPr>
        <p:cNvPr id="259" name="Shape 259"/>
        <p:cNvGrpSpPr/>
        <p:nvPr/>
      </p:nvGrpSpPr>
      <p:grpSpPr>
        <a:xfrm>
          <a:off x="0" y="0"/>
          <a:ext cx="0" cy="0"/>
          <a:chOff x="0" y="0"/>
          <a:chExt cx="0" cy="0"/>
        </a:xfrm>
      </p:grpSpPr>
      <p:pic>
        <p:nvPicPr>
          <p:cNvPr descr="A close-up of a blue light&#10;&#10;AI-generated content may be incorrect." id="260" name="Google Shape;260;p23"/>
          <p:cNvPicPr preferRelativeResize="0"/>
          <p:nvPr/>
        </p:nvPicPr>
        <p:blipFill rotWithShape="1">
          <a:blip r:embed="rId2">
            <a:alphaModFix/>
          </a:blip>
          <a:srcRect b="0" l="8659" r="0" t="0"/>
          <a:stretch/>
        </p:blipFill>
        <p:spPr>
          <a:xfrm>
            <a:off x="0" y="8626"/>
            <a:ext cx="12192000" cy="6857999"/>
          </a:xfrm>
          <a:prstGeom prst="rect">
            <a:avLst/>
          </a:prstGeom>
          <a:noFill/>
          <a:ln>
            <a:noFill/>
          </a:ln>
        </p:spPr>
      </p:pic>
      <p:sp>
        <p:nvSpPr>
          <p:cNvPr id="261" name="Google Shape;261;p23"/>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lt1"/>
                </a:solidFill>
                <a:latin typeface="Roboto Light"/>
                <a:ea typeface="Roboto Light"/>
                <a:cs typeface="Roboto Light"/>
                <a:sym typeface="Roboto Light"/>
              </a:defRPr>
            </a:lvl1pPr>
            <a:lvl2pPr indent="0" lvl="1" marL="0" algn="r">
              <a:spcBef>
                <a:spcPts val="0"/>
              </a:spcBef>
              <a:buNone/>
              <a:defRPr sz="1200">
                <a:solidFill>
                  <a:schemeClr val="lt1"/>
                </a:solidFill>
                <a:latin typeface="Roboto Light"/>
                <a:ea typeface="Roboto Light"/>
                <a:cs typeface="Roboto Light"/>
                <a:sym typeface="Roboto Light"/>
              </a:defRPr>
            </a:lvl2pPr>
            <a:lvl3pPr indent="0" lvl="2" marL="0" algn="r">
              <a:spcBef>
                <a:spcPts val="0"/>
              </a:spcBef>
              <a:buNone/>
              <a:defRPr sz="1200">
                <a:solidFill>
                  <a:schemeClr val="lt1"/>
                </a:solidFill>
                <a:latin typeface="Roboto Light"/>
                <a:ea typeface="Roboto Light"/>
                <a:cs typeface="Roboto Light"/>
                <a:sym typeface="Roboto Light"/>
              </a:defRPr>
            </a:lvl3pPr>
            <a:lvl4pPr indent="0" lvl="3" marL="0" algn="r">
              <a:spcBef>
                <a:spcPts val="0"/>
              </a:spcBef>
              <a:buNone/>
              <a:defRPr sz="1200">
                <a:solidFill>
                  <a:schemeClr val="lt1"/>
                </a:solidFill>
                <a:latin typeface="Roboto Light"/>
                <a:ea typeface="Roboto Light"/>
                <a:cs typeface="Roboto Light"/>
                <a:sym typeface="Roboto Light"/>
              </a:defRPr>
            </a:lvl4pPr>
            <a:lvl5pPr indent="0" lvl="4" marL="0" algn="r">
              <a:spcBef>
                <a:spcPts val="0"/>
              </a:spcBef>
              <a:buNone/>
              <a:defRPr sz="1200">
                <a:solidFill>
                  <a:schemeClr val="lt1"/>
                </a:solidFill>
                <a:latin typeface="Roboto Light"/>
                <a:ea typeface="Roboto Light"/>
                <a:cs typeface="Roboto Light"/>
                <a:sym typeface="Roboto Light"/>
              </a:defRPr>
            </a:lvl5pPr>
            <a:lvl6pPr indent="0" lvl="5" marL="0" algn="r">
              <a:spcBef>
                <a:spcPts val="0"/>
              </a:spcBef>
              <a:buNone/>
              <a:defRPr sz="1200">
                <a:solidFill>
                  <a:schemeClr val="lt1"/>
                </a:solidFill>
                <a:latin typeface="Roboto Light"/>
                <a:ea typeface="Roboto Light"/>
                <a:cs typeface="Roboto Light"/>
                <a:sym typeface="Roboto Light"/>
              </a:defRPr>
            </a:lvl6pPr>
            <a:lvl7pPr indent="0" lvl="6" marL="0" algn="r">
              <a:spcBef>
                <a:spcPts val="0"/>
              </a:spcBef>
              <a:buNone/>
              <a:defRPr sz="1200">
                <a:solidFill>
                  <a:schemeClr val="lt1"/>
                </a:solidFill>
                <a:latin typeface="Roboto Light"/>
                <a:ea typeface="Roboto Light"/>
                <a:cs typeface="Roboto Light"/>
                <a:sym typeface="Roboto Light"/>
              </a:defRPr>
            </a:lvl7pPr>
            <a:lvl8pPr indent="0" lvl="7" marL="0" algn="r">
              <a:spcBef>
                <a:spcPts val="0"/>
              </a:spcBef>
              <a:buNone/>
              <a:defRPr sz="1200">
                <a:solidFill>
                  <a:schemeClr val="lt1"/>
                </a:solidFill>
                <a:latin typeface="Roboto Light"/>
                <a:ea typeface="Roboto Light"/>
                <a:cs typeface="Roboto Light"/>
                <a:sym typeface="Roboto Light"/>
              </a:defRPr>
            </a:lvl8pPr>
            <a:lvl9pPr indent="0" lvl="8" marL="0" algn="r">
              <a:spcBef>
                <a:spcPts val="0"/>
              </a:spcBef>
              <a:buNone/>
              <a:defRPr sz="1200">
                <a:solidFill>
                  <a:schemeClr val="lt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sp>
        <p:nvSpPr>
          <p:cNvPr id="262" name="Google Shape;262;p23"/>
          <p:cNvSpPr txBox="1"/>
          <p:nvPr>
            <p:ph idx="1" type="body"/>
          </p:nvPr>
        </p:nvSpPr>
        <p:spPr>
          <a:xfrm>
            <a:off x="450054" y="1733549"/>
            <a:ext cx="11311205" cy="4398209"/>
          </a:xfrm>
          <a:prstGeom prst="rect">
            <a:avLst/>
          </a:prstGeom>
          <a:noFill/>
          <a:ln>
            <a:noFill/>
          </a:ln>
        </p:spPr>
        <p:txBody>
          <a:bodyPr anchorCtr="0" anchor="t" bIns="0" lIns="0" spcFirstLastPara="1" rIns="0" wrap="square" tIns="0">
            <a:normAutofit/>
          </a:bodyPr>
          <a:lstStyle>
            <a:lvl1pPr indent="-406400" lvl="0" marL="457200" algn="l">
              <a:lnSpc>
                <a:spcPct val="95000"/>
              </a:lnSpc>
              <a:spcBef>
                <a:spcPts val="0"/>
              </a:spcBef>
              <a:spcAft>
                <a:spcPts val="0"/>
              </a:spcAft>
              <a:buClr>
                <a:schemeClr val="accent1"/>
              </a:buClr>
              <a:buSzPts val="2800"/>
              <a:buFont typeface="Roboto Medium"/>
              <a:buAutoNum type="arabicPeriod"/>
              <a:defRPr sz="2800">
                <a:solidFill>
                  <a:schemeClr val="lt1"/>
                </a:solidFill>
              </a:defRPr>
            </a:lvl1pPr>
            <a:lvl2pPr indent="-342900" lvl="1" marL="914400" algn="l">
              <a:lnSpc>
                <a:spcPct val="95000"/>
              </a:lnSpc>
              <a:spcBef>
                <a:spcPts val="800"/>
              </a:spcBef>
              <a:spcAft>
                <a:spcPts val="0"/>
              </a:spcAft>
              <a:buClr>
                <a:srgbClr val="7D8585"/>
              </a:buClr>
              <a:buSzPts val="1800"/>
              <a:buFont typeface="Calibri"/>
              <a:buChar char="→"/>
              <a:defRPr sz="2000">
                <a:solidFill>
                  <a:schemeClr val="dk1"/>
                </a:solidFill>
              </a:defRPr>
            </a:lvl2pPr>
            <a:lvl3pPr indent="-342900" lvl="2" marL="1371600" algn="l">
              <a:lnSpc>
                <a:spcPct val="95000"/>
              </a:lnSpc>
              <a:spcBef>
                <a:spcPts val="800"/>
              </a:spcBef>
              <a:spcAft>
                <a:spcPts val="0"/>
              </a:spcAft>
              <a:buClr>
                <a:srgbClr val="7D8585"/>
              </a:buClr>
              <a:buSzPts val="1800"/>
              <a:buFont typeface="Calibri"/>
              <a:buChar char="–"/>
              <a:defRPr sz="2000">
                <a:solidFill>
                  <a:schemeClr val="dk1"/>
                </a:solidFill>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63" name="Google Shape;263;p23"/>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lvl1pPr lvl="0" algn="l">
              <a:spcBef>
                <a:spcPts val="0"/>
              </a:spcBef>
              <a:spcAft>
                <a:spcPts val="0"/>
              </a:spcAft>
              <a:buClr>
                <a:schemeClr val="lt1"/>
              </a:buClr>
              <a:buSzPts val="40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64" name="Google Shape;264;p23"/>
          <p:cNvGrpSpPr/>
          <p:nvPr/>
        </p:nvGrpSpPr>
        <p:grpSpPr>
          <a:xfrm rot="5400000">
            <a:off x="-3572540" y="3312041"/>
            <a:ext cx="6815472" cy="233918"/>
            <a:chOff x="0" y="-711770"/>
            <a:chExt cx="4642907" cy="564813"/>
          </a:xfrm>
        </p:grpSpPr>
        <p:grpSp>
          <p:nvGrpSpPr>
            <p:cNvPr id="265" name="Google Shape;265;p23"/>
            <p:cNvGrpSpPr/>
            <p:nvPr/>
          </p:nvGrpSpPr>
          <p:grpSpPr>
            <a:xfrm>
              <a:off x="791421" y="-711770"/>
              <a:ext cx="685800" cy="564813"/>
              <a:chOff x="304800" y="937146"/>
              <a:chExt cx="1624082" cy="286603"/>
            </a:xfrm>
          </p:grpSpPr>
          <p:sp>
            <p:nvSpPr>
              <p:cNvPr id="266" name="Google Shape;266;p23"/>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67" name="Google Shape;267;p23"/>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68" name="Google Shape;268;p23"/>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69" name="Google Shape;269;p23"/>
            <p:cNvGrpSpPr/>
            <p:nvPr/>
          </p:nvGrpSpPr>
          <p:grpSpPr>
            <a:xfrm>
              <a:off x="2374263" y="-711770"/>
              <a:ext cx="685800" cy="564813"/>
              <a:chOff x="304800" y="937146"/>
              <a:chExt cx="1624082" cy="286603"/>
            </a:xfrm>
          </p:grpSpPr>
          <p:sp>
            <p:nvSpPr>
              <p:cNvPr id="270" name="Google Shape;270;p23"/>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71" name="Google Shape;271;p23"/>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72" name="Google Shape;272;p23"/>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73" name="Google Shape;273;p23"/>
            <p:cNvGrpSpPr/>
            <p:nvPr/>
          </p:nvGrpSpPr>
          <p:grpSpPr>
            <a:xfrm>
              <a:off x="1582842" y="-711770"/>
              <a:ext cx="685800" cy="564813"/>
              <a:chOff x="304800" y="937146"/>
              <a:chExt cx="1624082" cy="286603"/>
            </a:xfrm>
          </p:grpSpPr>
          <p:sp>
            <p:nvSpPr>
              <p:cNvPr id="274" name="Google Shape;274;p23"/>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75" name="Google Shape;275;p23"/>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76" name="Google Shape;276;p23"/>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77" name="Google Shape;277;p23"/>
            <p:cNvGrpSpPr/>
            <p:nvPr/>
          </p:nvGrpSpPr>
          <p:grpSpPr>
            <a:xfrm>
              <a:off x="0" y="-711770"/>
              <a:ext cx="685800" cy="564813"/>
              <a:chOff x="304800" y="937146"/>
              <a:chExt cx="1624082" cy="286603"/>
            </a:xfrm>
          </p:grpSpPr>
          <p:sp>
            <p:nvSpPr>
              <p:cNvPr id="278" name="Google Shape;278;p23"/>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79" name="Google Shape;279;p23"/>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80" name="Google Shape;280;p23"/>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81" name="Google Shape;281;p23"/>
            <p:cNvGrpSpPr/>
            <p:nvPr/>
          </p:nvGrpSpPr>
          <p:grpSpPr>
            <a:xfrm>
              <a:off x="3957107" y="-711770"/>
              <a:ext cx="685800" cy="564813"/>
              <a:chOff x="304800" y="937146"/>
              <a:chExt cx="1624082" cy="286603"/>
            </a:xfrm>
          </p:grpSpPr>
          <p:sp>
            <p:nvSpPr>
              <p:cNvPr id="282" name="Google Shape;282;p23"/>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83" name="Google Shape;283;p23"/>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84" name="Google Shape;284;p23"/>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85" name="Google Shape;285;p23"/>
            <p:cNvGrpSpPr/>
            <p:nvPr/>
          </p:nvGrpSpPr>
          <p:grpSpPr>
            <a:xfrm>
              <a:off x="3165684" y="-711770"/>
              <a:ext cx="685800" cy="564813"/>
              <a:chOff x="304800" y="937146"/>
              <a:chExt cx="1624082" cy="286603"/>
            </a:xfrm>
          </p:grpSpPr>
          <p:sp>
            <p:nvSpPr>
              <p:cNvPr id="286" name="Google Shape;286;p23"/>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87" name="Google Shape;287;p23"/>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88" name="Google Shape;288;p23"/>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showMasterSp="0">
  <p:cSld name="1 column">
    <p:spTree>
      <p:nvGrpSpPr>
        <p:cNvPr id="289" name="Shape 289"/>
        <p:cNvGrpSpPr/>
        <p:nvPr/>
      </p:nvGrpSpPr>
      <p:grpSpPr>
        <a:xfrm>
          <a:off x="0" y="0"/>
          <a:ext cx="0" cy="0"/>
          <a:chOff x="0" y="0"/>
          <a:chExt cx="0" cy="0"/>
        </a:xfrm>
      </p:grpSpPr>
      <p:sp>
        <p:nvSpPr>
          <p:cNvPr id="290" name="Google Shape;290;p24"/>
          <p:cNvSpPr txBox="1"/>
          <p:nvPr>
            <p:ph idx="11" type="ftr"/>
          </p:nvPr>
        </p:nvSpPr>
        <p:spPr>
          <a:xfrm>
            <a:off x="450054" y="6356351"/>
            <a:ext cx="8383401"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sz="14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1" name="Google Shape;291;p24"/>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sp>
        <p:nvSpPr>
          <p:cNvPr id="292" name="Google Shape;292;p24"/>
          <p:cNvSpPr txBox="1"/>
          <p:nvPr>
            <p:ph idx="1" type="body"/>
          </p:nvPr>
        </p:nvSpPr>
        <p:spPr>
          <a:xfrm>
            <a:off x="450054" y="1733549"/>
            <a:ext cx="11311205" cy="4398209"/>
          </a:xfrm>
          <a:prstGeom prst="rect">
            <a:avLst/>
          </a:prstGeom>
          <a:noFill/>
          <a:ln>
            <a:noFill/>
          </a:ln>
        </p:spPr>
        <p:txBody>
          <a:bodyPr anchorCtr="0" anchor="t" bIns="0" lIns="0" spcFirstLastPara="1" rIns="0" wrap="square" tIns="0">
            <a:normAutofit/>
          </a:bodyPr>
          <a:lstStyle>
            <a:lvl1pPr indent="-355600" lvl="0" marL="457200" algn="l">
              <a:lnSpc>
                <a:spcPct val="95000"/>
              </a:lnSpc>
              <a:spcBef>
                <a:spcPts val="0"/>
              </a:spcBef>
              <a:spcAft>
                <a:spcPts val="0"/>
              </a:spcAft>
              <a:buClr>
                <a:schemeClr val="accent4"/>
              </a:buClr>
              <a:buSzPts val="2000"/>
              <a:buFont typeface="Calibri"/>
              <a:buChar char="•"/>
              <a:defRPr sz="2000">
                <a:solidFill>
                  <a:schemeClr val="dk1"/>
                </a:solidFill>
              </a:defRPr>
            </a:lvl1pPr>
            <a:lvl2pPr indent="-342900" lvl="1" marL="914400" algn="l">
              <a:lnSpc>
                <a:spcPct val="95000"/>
              </a:lnSpc>
              <a:spcBef>
                <a:spcPts val="800"/>
              </a:spcBef>
              <a:spcAft>
                <a:spcPts val="0"/>
              </a:spcAft>
              <a:buClr>
                <a:srgbClr val="7D8585"/>
              </a:buClr>
              <a:buSzPts val="1800"/>
              <a:buFont typeface="Calibri"/>
              <a:buChar char="→"/>
              <a:defRPr sz="2000">
                <a:solidFill>
                  <a:schemeClr val="dk1"/>
                </a:solidFill>
              </a:defRPr>
            </a:lvl2pPr>
            <a:lvl3pPr indent="-342900" lvl="2" marL="1371600" algn="l">
              <a:lnSpc>
                <a:spcPct val="95000"/>
              </a:lnSpc>
              <a:spcBef>
                <a:spcPts val="800"/>
              </a:spcBef>
              <a:spcAft>
                <a:spcPts val="0"/>
              </a:spcAft>
              <a:buClr>
                <a:srgbClr val="7D8585"/>
              </a:buClr>
              <a:buSzPts val="1800"/>
              <a:buFont typeface="Calibri"/>
              <a:buChar char="–"/>
              <a:defRPr sz="2000">
                <a:solidFill>
                  <a:schemeClr val="dk1"/>
                </a:solidFill>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3" name="Google Shape;293;p24"/>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lvl1pPr lvl="0" algn="l">
              <a:spcBef>
                <a:spcPts val="0"/>
              </a:spcBef>
              <a:spcAft>
                <a:spcPts val="0"/>
              </a:spcAft>
              <a:buClr>
                <a:srgbClr val="000000"/>
              </a:buClr>
              <a:buSzPts val="4000"/>
              <a:buFont typeface="Roboto Medium"/>
              <a:buNone/>
              <a:defRPr>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94" name="Google Shape;294;p24"/>
          <p:cNvGrpSpPr/>
          <p:nvPr/>
        </p:nvGrpSpPr>
        <p:grpSpPr>
          <a:xfrm rot="5400000">
            <a:off x="-3572540" y="3312041"/>
            <a:ext cx="6815472" cy="233918"/>
            <a:chOff x="0" y="-711770"/>
            <a:chExt cx="4642907" cy="564813"/>
          </a:xfrm>
        </p:grpSpPr>
        <p:grpSp>
          <p:nvGrpSpPr>
            <p:cNvPr id="295" name="Google Shape;295;p24"/>
            <p:cNvGrpSpPr/>
            <p:nvPr/>
          </p:nvGrpSpPr>
          <p:grpSpPr>
            <a:xfrm>
              <a:off x="791421" y="-711770"/>
              <a:ext cx="685800" cy="564813"/>
              <a:chOff x="304800" y="937146"/>
              <a:chExt cx="1624082" cy="286603"/>
            </a:xfrm>
          </p:grpSpPr>
          <p:sp>
            <p:nvSpPr>
              <p:cNvPr id="296" name="Google Shape;296;p24"/>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97" name="Google Shape;297;p24"/>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298" name="Google Shape;298;p24"/>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299" name="Google Shape;299;p24"/>
            <p:cNvGrpSpPr/>
            <p:nvPr/>
          </p:nvGrpSpPr>
          <p:grpSpPr>
            <a:xfrm>
              <a:off x="2374263" y="-711770"/>
              <a:ext cx="685800" cy="564813"/>
              <a:chOff x="304800" y="937146"/>
              <a:chExt cx="1624082" cy="286603"/>
            </a:xfrm>
          </p:grpSpPr>
          <p:sp>
            <p:nvSpPr>
              <p:cNvPr id="300" name="Google Shape;300;p24"/>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01" name="Google Shape;301;p24"/>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02" name="Google Shape;302;p24"/>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03" name="Google Shape;303;p24"/>
            <p:cNvGrpSpPr/>
            <p:nvPr/>
          </p:nvGrpSpPr>
          <p:grpSpPr>
            <a:xfrm>
              <a:off x="1582842" y="-711770"/>
              <a:ext cx="685800" cy="564813"/>
              <a:chOff x="304800" y="937146"/>
              <a:chExt cx="1624082" cy="286603"/>
            </a:xfrm>
          </p:grpSpPr>
          <p:sp>
            <p:nvSpPr>
              <p:cNvPr id="304" name="Google Shape;304;p24"/>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05" name="Google Shape;305;p24"/>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06" name="Google Shape;306;p24"/>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07" name="Google Shape;307;p24"/>
            <p:cNvGrpSpPr/>
            <p:nvPr/>
          </p:nvGrpSpPr>
          <p:grpSpPr>
            <a:xfrm>
              <a:off x="0" y="-711770"/>
              <a:ext cx="685800" cy="564813"/>
              <a:chOff x="304800" y="937146"/>
              <a:chExt cx="1624082" cy="286603"/>
            </a:xfrm>
          </p:grpSpPr>
          <p:sp>
            <p:nvSpPr>
              <p:cNvPr id="308" name="Google Shape;308;p24"/>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09" name="Google Shape;309;p24"/>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10" name="Google Shape;310;p24"/>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11" name="Google Shape;311;p24"/>
            <p:cNvGrpSpPr/>
            <p:nvPr/>
          </p:nvGrpSpPr>
          <p:grpSpPr>
            <a:xfrm>
              <a:off x="3957107" y="-711770"/>
              <a:ext cx="685800" cy="564813"/>
              <a:chOff x="304800" y="937146"/>
              <a:chExt cx="1624082" cy="286603"/>
            </a:xfrm>
          </p:grpSpPr>
          <p:sp>
            <p:nvSpPr>
              <p:cNvPr id="312" name="Google Shape;312;p24"/>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13" name="Google Shape;313;p24"/>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14" name="Google Shape;314;p24"/>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15" name="Google Shape;315;p24"/>
            <p:cNvGrpSpPr/>
            <p:nvPr/>
          </p:nvGrpSpPr>
          <p:grpSpPr>
            <a:xfrm>
              <a:off x="3165684" y="-711770"/>
              <a:ext cx="685800" cy="564813"/>
              <a:chOff x="304800" y="937146"/>
              <a:chExt cx="1624082" cy="286603"/>
            </a:xfrm>
          </p:grpSpPr>
          <p:sp>
            <p:nvSpPr>
              <p:cNvPr id="316" name="Google Shape;316;p24"/>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17" name="Google Shape;317;p24"/>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18" name="Google Shape;318;p24"/>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grpSp>
        <p:nvGrpSpPr>
          <p:cNvPr id="319" name="Google Shape;319;p24"/>
          <p:cNvGrpSpPr/>
          <p:nvPr/>
        </p:nvGrpSpPr>
        <p:grpSpPr>
          <a:xfrm>
            <a:off x="10271760" y="304437"/>
            <a:ext cx="1470184" cy="161990"/>
            <a:chOff x="1719263" y="3114675"/>
            <a:chExt cx="5705476" cy="628650"/>
          </a:xfrm>
        </p:grpSpPr>
        <p:sp>
          <p:nvSpPr>
            <p:cNvPr id="320" name="Google Shape;320;p24"/>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321" name="Google Shape;321;p24"/>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322" name="Google Shape;322;p24"/>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323" name="Google Shape;323;p24"/>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324" name="Google Shape;324;p24"/>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325" name="Google Shape;325;p24"/>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column ACE" showMasterSp="0">
  <p:cSld name="1 column ACE">
    <p:spTree>
      <p:nvGrpSpPr>
        <p:cNvPr id="326" name="Shape 326"/>
        <p:cNvGrpSpPr/>
        <p:nvPr/>
      </p:nvGrpSpPr>
      <p:grpSpPr>
        <a:xfrm>
          <a:off x="0" y="0"/>
          <a:ext cx="0" cy="0"/>
          <a:chOff x="0" y="0"/>
          <a:chExt cx="0" cy="0"/>
        </a:xfrm>
      </p:grpSpPr>
      <p:sp>
        <p:nvSpPr>
          <p:cNvPr id="327" name="Google Shape;327;p25"/>
          <p:cNvSpPr txBox="1"/>
          <p:nvPr>
            <p:ph idx="11" type="ftr"/>
          </p:nvPr>
        </p:nvSpPr>
        <p:spPr>
          <a:xfrm>
            <a:off x="450054" y="6356351"/>
            <a:ext cx="8383401"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sz="14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8" name="Google Shape;328;p25"/>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sp>
        <p:nvSpPr>
          <p:cNvPr id="329" name="Google Shape;329;p25"/>
          <p:cNvSpPr txBox="1"/>
          <p:nvPr>
            <p:ph idx="1" type="body"/>
          </p:nvPr>
        </p:nvSpPr>
        <p:spPr>
          <a:xfrm>
            <a:off x="450054" y="1733549"/>
            <a:ext cx="11311205" cy="4398209"/>
          </a:xfrm>
          <a:prstGeom prst="rect">
            <a:avLst/>
          </a:prstGeom>
          <a:noFill/>
          <a:ln>
            <a:noFill/>
          </a:ln>
        </p:spPr>
        <p:txBody>
          <a:bodyPr anchorCtr="0" anchor="t" bIns="0" lIns="0" spcFirstLastPara="1" rIns="0" wrap="square" tIns="0">
            <a:normAutofit/>
          </a:bodyPr>
          <a:lstStyle>
            <a:lvl1pPr indent="-355600" lvl="0" marL="457200" algn="l">
              <a:lnSpc>
                <a:spcPct val="95000"/>
              </a:lnSpc>
              <a:spcBef>
                <a:spcPts val="0"/>
              </a:spcBef>
              <a:spcAft>
                <a:spcPts val="0"/>
              </a:spcAft>
              <a:buClr>
                <a:schemeClr val="accent4"/>
              </a:buClr>
              <a:buSzPts val="2000"/>
              <a:buFont typeface="Calibri"/>
              <a:buChar char="•"/>
              <a:defRPr sz="2000">
                <a:solidFill>
                  <a:schemeClr val="dk1"/>
                </a:solidFill>
              </a:defRPr>
            </a:lvl1pPr>
            <a:lvl2pPr indent="-342900" lvl="1" marL="914400" algn="l">
              <a:lnSpc>
                <a:spcPct val="95000"/>
              </a:lnSpc>
              <a:spcBef>
                <a:spcPts val="800"/>
              </a:spcBef>
              <a:spcAft>
                <a:spcPts val="0"/>
              </a:spcAft>
              <a:buClr>
                <a:srgbClr val="7D8585"/>
              </a:buClr>
              <a:buSzPts val="1800"/>
              <a:buFont typeface="Calibri"/>
              <a:buChar char="→"/>
              <a:defRPr sz="2000">
                <a:solidFill>
                  <a:schemeClr val="dk1"/>
                </a:solidFill>
              </a:defRPr>
            </a:lvl2pPr>
            <a:lvl3pPr indent="-342900" lvl="2" marL="1371600" algn="l">
              <a:lnSpc>
                <a:spcPct val="95000"/>
              </a:lnSpc>
              <a:spcBef>
                <a:spcPts val="800"/>
              </a:spcBef>
              <a:spcAft>
                <a:spcPts val="0"/>
              </a:spcAft>
              <a:buClr>
                <a:srgbClr val="7D8585"/>
              </a:buClr>
              <a:buSzPts val="1800"/>
              <a:buFont typeface="Calibri"/>
              <a:buChar char="–"/>
              <a:defRPr sz="2000">
                <a:solidFill>
                  <a:schemeClr val="dk1"/>
                </a:solidFill>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30" name="Google Shape;330;p25"/>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lvl1pPr lvl="0" algn="l">
              <a:spcBef>
                <a:spcPts val="0"/>
              </a:spcBef>
              <a:spcAft>
                <a:spcPts val="0"/>
              </a:spcAft>
              <a:buClr>
                <a:srgbClr val="000000"/>
              </a:buClr>
              <a:buSzPts val="4000"/>
              <a:buFont typeface="Roboto Medium"/>
              <a:buNone/>
              <a:defRPr>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31" name="Google Shape;331;p25"/>
          <p:cNvGrpSpPr/>
          <p:nvPr/>
        </p:nvGrpSpPr>
        <p:grpSpPr>
          <a:xfrm rot="5400000">
            <a:off x="-3572540" y="3312041"/>
            <a:ext cx="6815472" cy="233918"/>
            <a:chOff x="0" y="-711770"/>
            <a:chExt cx="4642907" cy="564813"/>
          </a:xfrm>
        </p:grpSpPr>
        <p:grpSp>
          <p:nvGrpSpPr>
            <p:cNvPr id="332" name="Google Shape;332;p25"/>
            <p:cNvGrpSpPr/>
            <p:nvPr/>
          </p:nvGrpSpPr>
          <p:grpSpPr>
            <a:xfrm>
              <a:off x="791421" y="-711770"/>
              <a:ext cx="685800" cy="564813"/>
              <a:chOff x="304800" y="937146"/>
              <a:chExt cx="1624082" cy="286603"/>
            </a:xfrm>
          </p:grpSpPr>
          <p:sp>
            <p:nvSpPr>
              <p:cNvPr id="333" name="Google Shape;333;p25"/>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34" name="Google Shape;334;p25"/>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35" name="Google Shape;335;p25"/>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36" name="Google Shape;336;p25"/>
            <p:cNvGrpSpPr/>
            <p:nvPr/>
          </p:nvGrpSpPr>
          <p:grpSpPr>
            <a:xfrm>
              <a:off x="2374263" y="-711770"/>
              <a:ext cx="685800" cy="564813"/>
              <a:chOff x="304800" y="937146"/>
              <a:chExt cx="1624082" cy="286603"/>
            </a:xfrm>
          </p:grpSpPr>
          <p:sp>
            <p:nvSpPr>
              <p:cNvPr id="337" name="Google Shape;337;p25"/>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38" name="Google Shape;338;p25"/>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39" name="Google Shape;339;p25"/>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40" name="Google Shape;340;p25"/>
            <p:cNvGrpSpPr/>
            <p:nvPr/>
          </p:nvGrpSpPr>
          <p:grpSpPr>
            <a:xfrm>
              <a:off x="1582842" y="-711770"/>
              <a:ext cx="685800" cy="564813"/>
              <a:chOff x="304800" y="937146"/>
              <a:chExt cx="1624082" cy="286603"/>
            </a:xfrm>
          </p:grpSpPr>
          <p:sp>
            <p:nvSpPr>
              <p:cNvPr id="341" name="Google Shape;341;p25"/>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42" name="Google Shape;342;p25"/>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43" name="Google Shape;343;p25"/>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44" name="Google Shape;344;p25"/>
            <p:cNvGrpSpPr/>
            <p:nvPr/>
          </p:nvGrpSpPr>
          <p:grpSpPr>
            <a:xfrm>
              <a:off x="0" y="-711770"/>
              <a:ext cx="685800" cy="564813"/>
              <a:chOff x="304800" y="937146"/>
              <a:chExt cx="1624082" cy="286603"/>
            </a:xfrm>
          </p:grpSpPr>
          <p:sp>
            <p:nvSpPr>
              <p:cNvPr id="345" name="Google Shape;345;p25"/>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46" name="Google Shape;346;p25"/>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47" name="Google Shape;347;p25"/>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48" name="Google Shape;348;p25"/>
            <p:cNvGrpSpPr/>
            <p:nvPr/>
          </p:nvGrpSpPr>
          <p:grpSpPr>
            <a:xfrm>
              <a:off x="3957107" y="-711770"/>
              <a:ext cx="685800" cy="564813"/>
              <a:chOff x="304800" y="937146"/>
              <a:chExt cx="1624082" cy="286603"/>
            </a:xfrm>
          </p:grpSpPr>
          <p:sp>
            <p:nvSpPr>
              <p:cNvPr id="349" name="Google Shape;349;p25"/>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50" name="Google Shape;350;p25"/>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51" name="Google Shape;351;p25"/>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52" name="Google Shape;352;p25"/>
            <p:cNvGrpSpPr/>
            <p:nvPr/>
          </p:nvGrpSpPr>
          <p:grpSpPr>
            <a:xfrm>
              <a:off x="3165684" y="-711770"/>
              <a:ext cx="685800" cy="564813"/>
              <a:chOff x="304800" y="937146"/>
              <a:chExt cx="1624082" cy="286603"/>
            </a:xfrm>
          </p:grpSpPr>
          <p:sp>
            <p:nvSpPr>
              <p:cNvPr id="353" name="Google Shape;353;p25"/>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54" name="Google Shape;354;p25"/>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55" name="Google Shape;355;p25"/>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356" name="Google Shape;356;p25"/>
          <p:cNvSpPr/>
          <p:nvPr/>
        </p:nvSpPr>
        <p:spPr>
          <a:xfrm>
            <a:off x="10271760" y="304437"/>
            <a:ext cx="1470184" cy="344857"/>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ACE" showMasterSp="0">
  <p:cSld name="Empty ACE">
    <p:spTree>
      <p:nvGrpSpPr>
        <p:cNvPr id="357" name="Shape 357"/>
        <p:cNvGrpSpPr/>
        <p:nvPr/>
      </p:nvGrpSpPr>
      <p:grpSpPr>
        <a:xfrm>
          <a:off x="0" y="0"/>
          <a:ext cx="0" cy="0"/>
          <a:chOff x="0" y="0"/>
          <a:chExt cx="0" cy="0"/>
        </a:xfrm>
      </p:grpSpPr>
      <p:sp>
        <p:nvSpPr>
          <p:cNvPr id="358" name="Google Shape;358;p26"/>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sp>
        <p:nvSpPr>
          <p:cNvPr id="359" name="Google Shape;359;p26"/>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lvl1pPr lvl="0" algn="l">
              <a:spcBef>
                <a:spcPts val="0"/>
              </a:spcBef>
              <a:spcAft>
                <a:spcPts val="0"/>
              </a:spcAft>
              <a:buClr>
                <a:srgbClr val="000000"/>
              </a:buClr>
              <a:buSzPts val="4000"/>
              <a:buFont typeface="Roboto Medium"/>
              <a:buNone/>
              <a:defRPr>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60" name="Google Shape;360;p26"/>
          <p:cNvGrpSpPr/>
          <p:nvPr/>
        </p:nvGrpSpPr>
        <p:grpSpPr>
          <a:xfrm rot="5400000">
            <a:off x="-3572540" y="3312041"/>
            <a:ext cx="6815472" cy="233918"/>
            <a:chOff x="0" y="-711770"/>
            <a:chExt cx="4642907" cy="564813"/>
          </a:xfrm>
        </p:grpSpPr>
        <p:grpSp>
          <p:nvGrpSpPr>
            <p:cNvPr id="361" name="Google Shape;361;p26"/>
            <p:cNvGrpSpPr/>
            <p:nvPr/>
          </p:nvGrpSpPr>
          <p:grpSpPr>
            <a:xfrm>
              <a:off x="791421" y="-711770"/>
              <a:ext cx="685800" cy="564813"/>
              <a:chOff x="304800" y="937146"/>
              <a:chExt cx="1624082" cy="286603"/>
            </a:xfrm>
          </p:grpSpPr>
          <p:sp>
            <p:nvSpPr>
              <p:cNvPr id="362" name="Google Shape;362;p26"/>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63" name="Google Shape;363;p26"/>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64" name="Google Shape;364;p26"/>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65" name="Google Shape;365;p26"/>
            <p:cNvGrpSpPr/>
            <p:nvPr/>
          </p:nvGrpSpPr>
          <p:grpSpPr>
            <a:xfrm>
              <a:off x="2374263" y="-711770"/>
              <a:ext cx="685800" cy="564813"/>
              <a:chOff x="304800" y="937146"/>
              <a:chExt cx="1624082" cy="286603"/>
            </a:xfrm>
          </p:grpSpPr>
          <p:sp>
            <p:nvSpPr>
              <p:cNvPr id="366" name="Google Shape;366;p26"/>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67" name="Google Shape;367;p26"/>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68" name="Google Shape;368;p26"/>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69" name="Google Shape;369;p26"/>
            <p:cNvGrpSpPr/>
            <p:nvPr/>
          </p:nvGrpSpPr>
          <p:grpSpPr>
            <a:xfrm>
              <a:off x="1582842" y="-711770"/>
              <a:ext cx="685800" cy="564813"/>
              <a:chOff x="304800" y="937146"/>
              <a:chExt cx="1624082" cy="286603"/>
            </a:xfrm>
          </p:grpSpPr>
          <p:sp>
            <p:nvSpPr>
              <p:cNvPr id="370" name="Google Shape;370;p26"/>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71" name="Google Shape;371;p26"/>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72" name="Google Shape;372;p26"/>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73" name="Google Shape;373;p26"/>
            <p:cNvGrpSpPr/>
            <p:nvPr/>
          </p:nvGrpSpPr>
          <p:grpSpPr>
            <a:xfrm>
              <a:off x="0" y="-711770"/>
              <a:ext cx="685800" cy="564813"/>
              <a:chOff x="304800" y="937146"/>
              <a:chExt cx="1624082" cy="286603"/>
            </a:xfrm>
          </p:grpSpPr>
          <p:sp>
            <p:nvSpPr>
              <p:cNvPr id="374" name="Google Shape;374;p26"/>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75" name="Google Shape;375;p26"/>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76" name="Google Shape;376;p26"/>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77" name="Google Shape;377;p26"/>
            <p:cNvGrpSpPr/>
            <p:nvPr/>
          </p:nvGrpSpPr>
          <p:grpSpPr>
            <a:xfrm>
              <a:off x="3957107" y="-711770"/>
              <a:ext cx="685800" cy="564813"/>
              <a:chOff x="304800" y="937146"/>
              <a:chExt cx="1624082" cy="286603"/>
            </a:xfrm>
          </p:grpSpPr>
          <p:sp>
            <p:nvSpPr>
              <p:cNvPr id="378" name="Google Shape;378;p26"/>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79" name="Google Shape;379;p26"/>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80" name="Google Shape;380;p26"/>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81" name="Google Shape;381;p26"/>
            <p:cNvGrpSpPr/>
            <p:nvPr/>
          </p:nvGrpSpPr>
          <p:grpSpPr>
            <a:xfrm>
              <a:off x="3165684" y="-711770"/>
              <a:ext cx="685800" cy="564813"/>
              <a:chOff x="304800" y="937146"/>
              <a:chExt cx="1624082" cy="286603"/>
            </a:xfrm>
          </p:grpSpPr>
          <p:sp>
            <p:nvSpPr>
              <p:cNvPr id="382" name="Google Shape;382;p26"/>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83" name="Google Shape;383;p26"/>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84" name="Google Shape;384;p26"/>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385" name="Google Shape;385;p26"/>
          <p:cNvSpPr/>
          <p:nvPr/>
        </p:nvSpPr>
        <p:spPr>
          <a:xfrm>
            <a:off x="10271760" y="304437"/>
            <a:ext cx="1470184" cy="344857"/>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showMasterSp="0">
  <p:cSld name="2 columns">
    <p:spTree>
      <p:nvGrpSpPr>
        <p:cNvPr id="386" name="Shape 386"/>
        <p:cNvGrpSpPr/>
        <p:nvPr/>
      </p:nvGrpSpPr>
      <p:grpSpPr>
        <a:xfrm>
          <a:off x="0" y="0"/>
          <a:ext cx="0" cy="0"/>
          <a:chOff x="0" y="0"/>
          <a:chExt cx="0" cy="0"/>
        </a:xfrm>
      </p:grpSpPr>
      <p:sp>
        <p:nvSpPr>
          <p:cNvPr id="387" name="Google Shape;387;p27"/>
          <p:cNvSpPr txBox="1"/>
          <p:nvPr>
            <p:ph idx="11" type="ftr"/>
          </p:nvPr>
        </p:nvSpPr>
        <p:spPr>
          <a:xfrm>
            <a:off x="449007" y="6356351"/>
            <a:ext cx="8384448"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sz="14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8" name="Google Shape;388;p27"/>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sp>
        <p:nvSpPr>
          <p:cNvPr id="389" name="Google Shape;389;p27"/>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lvl1pPr lvl="0" algn="l">
              <a:spcBef>
                <a:spcPts val="0"/>
              </a:spcBef>
              <a:spcAft>
                <a:spcPts val="0"/>
              </a:spcAft>
              <a:buClr>
                <a:srgbClr val="000000"/>
              </a:buClr>
              <a:buSzPts val="4000"/>
              <a:buFont typeface="Roboto Medium"/>
              <a:buNone/>
              <a:defRPr>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390" name="Google Shape;390;p27"/>
          <p:cNvGrpSpPr/>
          <p:nvPr/>
        </p:nvGrpSpPr>
        <p:grpSpPr>
          <a:xfrm rot="5400000">
            <a:off x="-3572540" y="3312041"/>
            <a:ext cx="6815472" cy="233918"/>
            <a:chOff x="0" y="-711770"/>
            <a:chExt cx="4642907" cy="564813"/>
          </a:xfrm>
        </p:grpSpPr>
        <p:grpSp>
          <p:nvGrpSpPr>
            <p:cNvPr id="391" name="Google Shape;391;p27"/>
            <p:cNvGrpSpPr/>
            <p:nvPr/>
          </p:nvGrpSpPr>
          <p:grpSpPr>
            <a:xfrm>
              <a:off x="791421" y="-711770"/>
              <a:ext cx="685800" cy="564813"/>
              <a:chOff x="304800" y="937146"/>
              <a:chExt cx="1624082" cy="286603"/>
            </a:xfrm>
          </p:grpSpPr>
          <p:sp>
            <p:nvSpPr>
              <p:cNvPr id="392" name="Google Shape;392;p27"/>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93" name="Google Shape;393;p27"/>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94" name="Google Shape;394;p27"/>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95" name="Google Shape;395;p27"/>
            <p:cNvGrpSpPr/>
            <p:nvPr/>
          </p:nvGrpSpPr>
          <p:grpSpPr>
            <a:xfrm>
              <a:off x="2374263" y="-711770"/>
              <a:ext cx="685800" cy="564813"/>
              <a:chOff x="304800" y="937146"/>
              <a:chExt cx="1624082" cy="286603"/>
            </a:xfrm>
          </p:grpSpPr>
          <p:sp>
            <p:nvSpPr>
              <p:cNvPr id="396" name="Google Shape;396;p27"/>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97" name="Google Shape;397;p27"/>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398" name="Google Shape;398;p27"/>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399" name="Google Shape;399;p27"/>
            <p:cNvGrpSpPr/>
            <p:nvPr/>
          </p:nvGrpSpPr>
          <p:grpSpPr>
            <a:xfrm>
              <a:off x="1582842" y="-711770"/>
              <a:ext cx="685800" cy="564813"/>
              <a:chOff x="304800" y="937146"/>
              <a:chExt cx="1624082" cy="286603"/>
            </a:xfrm>
          </p:grpSpPr>
          <p:sp>
            <p:nvSpPr>
              <p:cNvPr id="400" name="Google Shape;400;p27"/>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01" name="Google Shape;401;p27"/>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02" name="Google Shape;402;p27"/>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03" name="Google Shape;403;p27"/>
            <p:cNvGrpSpPr/>
            <p:nvPr/>
          </p:nvGrpSpPr>
          <p:grpSpPr>
            <a:xfrm>
              <a:off x="0" y="-711770"/>
              <a:ext cx="685800" cy="564813"/>
              <a:chOff x="304800" y="937146"/>
              <a:chExt cx="1624082" cy="286603"/>
            </a:xfrm>
          </p:grpSpPr>
          <p:sp>
            <p:nvSpPr>
              <p:cNvPr id="404" name="Google Shape;404;p27"/>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05" name="Google Shape;405;p27"/>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06" name="Google Shape;406;p27"/>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07" name="Google Shape;407;p27"/>
            <p:cNvGrpSpPr/>
            <p:nvPr/>
          </p:nvGrpSpPr>
          <p:grpSpPr>
            <a:xfrm>
              <a:off x="3957107" y="-711770"/>
              <a:ext cx="685800" cy="564813"/>
              <a:chOff x="304800" y="937146"/>
              <a:chExt cx="1624082" cy="286603"/>
            </a:xfrm>
          </p:grpSpPr>
          <p:sp>
            <p:nvSpPr>
              <p:cNvPr id="408" name="Google Shape;408;p27"/>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09" name="Google Shape;409;p27"/>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10" name="Google Shape;410;p27"/>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11" name="Google Shape;411;p27"/>
            <p:cNvGrpSpPr/>
            <p:nvPr/>
          </p:nvGrpSpPr>
          <p:grpSpPr>
            <a:xfrm>
              <a:off x="3165684" y="-711770"/>
              <a:ext cx="685800" cy="564813"/>
              <a:chOff x="304800" y="937146"/>
              <a:chExt cx="1624082" cy="286603"/>
            </a:xfrm>
          </p:grpSpPr>
          <p:sp>
            <p:nvSpPr>
              <p:cNvPr id="412" name="Google Shape;412;p27"/>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13" name="Google Shape;413;p27"/>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14" name="Google Shape;414;p27"/>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415" name="Google Shape;415;p27"/>
          <p:cNvSpPr txBox="1"/>
          <p:nvPr>
            <p:ph idx="1" type="body"/>
          </p:nvPr>
        </p:nvSpPr>
        <p:spPr>
          <a:xfrm>
            <a:off x="449006" y="1733549"/>
            <a:ext cx="5477623" cy="4398210"/>
          </a:xfrm>
          <a:prstGeom prst="rect">
            <a:avLst/>
          </a:prstGeom>
          <a:noFill/>
          <a:ln>
            <a:noFill/>
          </a:ln>
        </p:spPr>
        <p:txBody>
          <a:bodyPr anchorCtr="0" anchor="t" bIns="0" lIns="0" spcFirstLastPara="1" rIns="0" wrap="square" tIns="0">
            <a:normAutofit/>
          </a:bodyPr>
          <a:lstStyle>
            <a:lvl1pPr indent="-355600" lvl="0" marL="457200" algn="l">
              <a:lnSpc>
                <a:spcPct val="95000"/>
              </a:lnSpc>
              <a:spcBef>
                <a:spcPts val="0"/>
              </a:spcBef>
              <a:spcAft>
                <a:spcPts val="0"/>
              </a:spcAft>
              <a:buClr>
                <a:schemeClr val="accent4"/>
              </a:buClr>
              <a:buSzPts val="2000"/>
              <a:buFont typeface="Calibri"/>
              <a:buChar char="•"/>
              <a:defRPr sz="2000">
                <a:solidFill>
                  <a:schemeClr val="dk1"/>
                </a:solidFill>
              </a:defRPr>
            </a:lvl1pPr>
            <a:lvl2pPr indent="-342900" lvl="1" marL="914400" algn="l">
              <a:lnSpc>
                <a:spcPct val="95000"/>
              </a:lnSpc>
              <a:spcBef>
                <a:spcPts val="800"/>
              </a:spcBef>
              <a:spcAft>
                <a:spcPts val="0"/>
              </a:spcAft>
              <a:buClr>
                <a:srgbClr val="7D8585"/>
              </a:buClr>
              <a:buSzPts val="1800"/>
              <a:buFont typeface="Calibri"/>
              <a:buChar char="→"/>
              <a:defRPr sz="2000">
                <a:solidFill>
                  <a:schemeClr val="dk1"/>
                </a:solidFill>
              </a:defRPr>
            </a:lvl2pPr>
            <a:lvl3pPr indent="-342900" lvl="2" marL="1371600" algn="l">
              <a:lnSpc>
                <a:spcPct val="95000"/>
              </a:lnSpc>
              <a:spcBef>
                <a:spcPts val="800"/>
              </a:spcBef>
              <a:spcAft>
                <a:spcPts val="0"/>
              </a:spcAft>
              <a:buClr>
                <a:srgbClr val="7D8585"/>
              </a:buClr>
              <a:buSzPts val="1800"/>
              <a:buFont typeface="Calibri"/>
              <a:buChar char="–"/>
              <a:defRPr sz="2000">
                <a:solidFill>
                  <a:schemeClr val="dk1"/>
                </a:solidFill>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6" name="Google Shape;416;p27"/>
          <p:cNvSpPr txBox="1"/>
          <p:nvPr>
            <p:ph idx="2" type="body"/>
          </p:nvPr>
        </p:nvSpPr>
        <p:spPr>
          <a:xfrm>
            <a:off x="6282588" y="1733549"/>
            <a:ext cx="5477623" cy="4398210"/>
          </a:xfrm>
          <a:prstGeom prst="rect">
            <a:avLst/>
          </a:prstGeom>
          <a:noFill/>
          <a:ln>
            <a:noFill/>
          </a:ln>
        </p:spPr>
        <p:txBody>
          <a:bodyPr anchorCtr="0" anchor="t" bIns="0" lIns="0" spcFirstLastPara="1" rIns="0" wrap="square" tIns="0">
            <a:normAutofit/>
          </a:bodyPr>
          <a:lstStyle>
            <a:lvl1pPr indent="-355600" lvl="0" marL="457200" algn="l">
              <a:lnSpc>
                <a:spcPct val="95000"/>
              </a:lnSpc>
              <a:spcBef>
                <a:spcPts val="0"/>
              </a:spcBef>
              <a:spcAft>
                <a:spcPts val="0"/>
              </a:spcAft>
              <a:buClr>
                <a:schemeClr val="accent4"/>
              </a:buClr>
              <a:buSzPts val="2000"/>
              <a:buFont typeface="Calibri"/>
              <a:buChar char="•"/>
              <a:defRPr sz="2000">
                <a:solidFill>
                  <a:schemeClr val="dk1"/>
                </a:solidFill>
              </a:defRPr>
            </a:lvl1pPr>
            <a:lvl2pPr indent="-342900" lvl="1" marL="914400" algn="l">
              <a:lnSpc>
                <a:spcPct val="95000"/>
              </a:lnSpc>
              <a:spcBef>
                <a:spcPts val="800"/>
              </a:spcBef>
              <a:spcAft>
                <a:spcPts val="0"/>
              </a:spcAft>
              <a:buClr>
                <a:srgbClr val="7D8585"/>
              </a:buClr>
              <a:buSzPts val="1800"/>
              <a:buFont typeface="Calibri"/>
              <a:buChar char="→"/>
              <a:defRPr sz="2000">
                <a:solidFill>
                  <a:schemeClr val="dk1"/>
                </a:solidFill>
              </a:defRPr>
            </a:lvl2pPr>
            <a:lvl3pPr indent="-342900" lvl="2" marL="1371600" algn="l">
              <a:lnSpc>
                <a:spcPct val="95000"/>
              </a:lnSpc>
              <a:spcBef>
                <a:spcPts val="800"/>
              </a:spcBef>
              <a:spcAft>
                <a:spcPts val="0"/>
              </a:spcAft>
              <a:buClr>
                <a:srgbClr val="7D8585"/>
              </a:buClr>
              <a:buSzPts val="1800"/>
              <a:buFont typeface="Calibri"/>
              <a:buChar char="–"/>
              <a:defRPr sz="2000">
                <a:solidFill>
                  <a:schemeClr val="dk1"/>
                </a:solidFill>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417" name="Google Shape;417;p27"/>
          <p:cNvGrpSpPr/>
          <p:nvPr/>
        </p:nvGrpSpPr>
        <p:grpSpPr>
          <a:xfrm>
            <a:off x="10271760" y="304437"/>
            <a:ext cx="1470184" cy="161990"/>
            <a:chOff x="1719263" y="3114675"/>
            <a:chExt cx="5705476" cy="628650"/>
          </a:xfrm>
        </p:grpSpPr>
        <p:sp>
          <p:nvSpPr>
            <p:cNvPr id="418" name="Google Shape;418;p27"/>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419" name="Google Shape;419;p27"/>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420" name="Google Shape;420;p27"/>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421" name="Google Shape;421;p27"/>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422" name="Google Shape;422;p27"/>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423" name="Google Shape;423;p27"/>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s ACE" showMasterSp="0">
  <p:cSld name="2 columns ACE">
    <p:spTree>
      <p:nvGrpSpPr>
        <p:cNvPr id="424" name="Shape 424"/>
        <p:cNvGrpSpPr/>
        <p:nvPr/>
      </p:nvGrpSpPr>
      <p:grpSpPr>
        <a:xfrm>
          <a:off x="0" y="0"/>
          <a:ext cx="0" cy="0"/>
          <a:chOff x="0" y="0"/>
          <a:chExt cx="0" cy="0"/>
        </a:xfrm>
      </p:grpSpPr>
      <p:sp>
        <p:nvSpPr>
          <p:cNvPr id="425" name="Google Shape;425;p28"/>
          <p:cNvSpPr txBox="1"/>
          <p:nvPr>
            <p:ph idx="11" type="ftr"/>
          </p:nvPr>
        </p:nvSpPr>
        <p:spPr>
          <a:xfrm>
            <a:off x="449007" y="6356351"/>
            <a:ext cx="8384448"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sz="14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6" name="Google Shape;426;p28"/>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sp>
        <p:nvSpPr>
          <p:cNvPr id="427" name="Google Shape;427;p28"/>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lvl1pPr lvl="0" algn="l">
              <a:spcBef>
                <a:spcPts val="0"/>
              </a:spcBef>
              <a:spcAft>
                <a:spcPts val="0"/>
              </a:spcAft>
              <a:buClr>
                <a:srgbClr val="000000"/>
              </a:buClr>
              <a:buSzPts val="4000"/>
              <a:buFont typeface="Roboto Medium"/>
              <a:buNone/>
              <a:defRPr>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428" name="Google Shape;428;p28"/>
          <p:cNvGrpSpPr/>
          <p:nvPr/>
        </p:nvGrpSpPr>
        <p:grpSpPr>
          <a:xfrm rot="5400000">
            <a:off x="-3572540" y="3312041"/>
            <a:ext cx="6815472" cy="233918"/>
            <a:chOff x="0" y="-711770"/>
            <a:chExt cx="4642907" cy="564813"/>
          </a:xfrm>
        </p:grpSpPr>
        <p:grpSp>
          <p:nvGrpSpPr>
            <p:cNvPr id="429" name="Google Shape;429;p28"/>
            <p:cNvGrpSpPr/>
            <p:nvPr/>
          </p:nvGrpSpPr>
          <p:grpSpPr>
            <a:xfrm>
              <a:off x="791421" y="-711770"/>
              <a:ext cx="685800" cy="564813"/>
              <a:chOff x="304800" y="937146"/>
              <a:chExt cx="1624082" cy="286603"/>
            </a:xfrm>
          </p:grpSpPr>
          <p:sp>
            <p:nvSpPr>
              <p:cNvPr id="430" name="Google Shape;430;p28"/>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31" name="Google Shape;431;p28"/>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32" name="Google Shape;432;p28"/>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33" name="Google Shape;433;p28"/>
            <p:cNvGrpSpPr/>
            <p:nvPr/>
          </p:nvGrpSpPr>
          <p:grpSpPr>
            <a:xfrm>
              <a:off x="2374263" y="-711770"/>
              <a:ext cx="685800" cy="564813"/>
              <a:chOff x="304800" y="937146"/>
              <a:chExt cx="1624082" cy="286603"/>
            </a:xfrm>
          </p:grpSpPr>
          <p:sp>
            <p:nvSpPr>
              <p:cNvPr id="434" name="Google Shape;434;p28"/>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35" name="Google Shape;435;p28"/>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36" name="Google Shape;436;p28"/>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37" name="Google Shape;437;p28"/>
            <p:cNvGrpSpPr/>
            <p:nvPr/>
          </p:nvGrpSpPr>
          <p:grpSpPr>
            <a:xfrm>
              <a:off x="1582842" y="-711770"/>
              <a:ext cx="685800" cy="564813"/>
              <a:chOff x="304800" y="937146"/>
              <a:chExt cx="1624082" cy="286603"/>
            </a:xfrm>
          </p:grpSpPr>
          <p:sp>
            <p:nvSpPr>
              <p:cNvPr id="438" name="Google Shape;438;p28"/>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39" name="Google Shape;439;p28"/>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40" name="Google Shape;440;p28"/>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41" name="Google Shape;441;p28"/>
            <p:cNvGrpSpPr/>
            <p:nvPr/>
          </p:nvGrpSpPr>
          <p:grpSpPr>
            <a:xfrm>
              <a:off x="0" y="-711770"/>
              <a:ext cx="685800" cy="564813"/>
              <a:chOff x="304800" y="937146"/>
              <a:chExt cx="1624082" cy="286603"/>
            </a:xfrm>
          </p:grpSpPr>
          <p:sp>
            <p:nvSpPr>
              <p:cNvPr id="442" name="Google Shape;442;p28"/>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43" name="Google Shape;443;p28"/>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44" name="Google Shape;444;p28"/>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45" name="Google Shape;445;p28"/>
            <p:cNvGrpSpPr/>
            <p:nvPr/>
          </p:nvGrpSpPr>
          <p:grpSpPr>
            <a:xfrm>
              <a:off x="3957107" y="-711770"/>
              <a:ext cx="685800" cy="564813"/>
              <a:chOff x="304800" y="937146"/>
              <a:chExt cx="1624082" cy="286603"/>
            </a:xfrm>
          </p:grpSpPr>
          <p:sp>
            <p:nvSpPr>
              <p:cNvPr id="446" name="Google Shape;446;p28"/>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47" name="Google Shape;447;p28"/>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48" name="Google Shape;448;p28"/>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49" name="Google Shape;449;p28"/>
            <p:cNvGrpSpPr/>
            <p:nvPr/>
          </p:nvGrpSpPr>
          <p:grpSpPr>
            <a:xfrm>
              <a:off x="3165684" y="-711770"/>
              <a:ext cx="685800" cy="564813"/>
              <a:chOff x="304800" y="937146"/>
              <a:chExt cx="1624082" cy="286603"/>
            </a:xfrm>
          </p:grpSpPr>
          <p:sp>
            <p:nvSpPr>
              <p:cNvPr id="450" name="Google Shape;450;p28"/>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51" name="Google Shape;451;p28"/>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52" name="Google Shape;452;p28"/>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453" name="Google Shape;453;p28"/>
          <p:cNvSpPr txBox="1"/>
          <p:nvPr>
            <p:ph idx="1" type="body"/>
          </p:nvPr>
        </p:nvSpPr>
        <p:spPr>
          <a:xfrm>
            <a:off x="449006" y="1733549"/>
            <a:ext cx="5477623" cy="4398210"/>
          </a:xfrm>
          <a:prstGeom prst="rect">
            <a:avLst/>
          </a:prstGeom>
          <a:noFill/>
          <a:ln>
            <a:noFill/>
          </a:ln>
        </p:spPr>
        <p:txBody>
          <a:bodyPr anchorCtr="0" anchor="t" bIns="0" lIns="0" spcFirstLastPara="1" rIns="0" wrap="square" tIns="0">
            <a:normAutofit/>
          </a:bodyPr>
          <a:lstStyle>
            <a:lvl1pPr indent="-355600" lvl="0" marL="457200" algn="l">
              <a:lnSpc>
                <a:spcPct val="95000"/>
              </a:lnSpc>
              <a:spcBef>
                <a:spcPts val="0"/>
              </a:spcBef>
              <a:spcAft>
                <a:spcPts val="0"/>
              </a:spcAft>
              <a:buClr>
                <a:schemeClr val="accent4"/>
              </a:buClr>
              <a:buSzPts val="2000"/>
              <a:buFont typeface="Calibri"/>
              <a:buChar char="•"/>
              <a:defRPr sz="2000">
                <a:solidFill>
                  <a:schemeClr val="dk1"/>
                </a:solidFill>
              </a:defRPr>
            </a:lvl1pPr>
            <a:lvl2pPr indent="-342900" lvl="1" marL="914400" algn="l">
              <a:lnSpc>
                <a:spcPct val="95000"/>
              </a:lnSpc>
              <a:spcBef>
                <a:spcPts val="800"/>
              </a:spcBef>
              <a:spcAft>
                <a:spcPts val="0"/>
              </a:spcAft>
              <a:buClr>
                <a:srgbClr val="7D8585"/>
              </a:buClr>
              <a:buSzPts val="1800"/>
              <a:buFont typeface="Calibri"/>
              <a:buChar char="→"/>
              <a:defRPr sz="2000">
                <a:solidFill>
                  <a:schemeClr val="dk1"/>
                </a:solidFill>
              </a:defRPr>
            </a:lvl2pPr>
            <a:lvl3pPr indent="-342900" lvl="2" marL="1371600" algn="l">
              <a:lnSpc>
                <a:spcPct val="95000"/>
              </a:lnSpc>
              <a:spcBef>
                <a:spcPts val="800"/>
              </a:spcBef>
              <a:spcAft>
                <a:spcPts val="0"/>
              </a:spcAft>
              <a:buClr>
                <a:srgbClr val="7D8585"/>
              </a:buClr>
              <a:buSzPts val="1800"/>
              <a:buFont typeface="Calibri"/>
              <a:buChar char="–"/>
              <a:defRPr sz="2000">
                <a:solidFill>
                  <a:schemeClr val="dk1"/>
                </a:solidFill>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4" name="Google Shape;454;p28"/>
          <p:cNvSpPr txBox="1"/>
          <p:nvPr>
            <p:ph idx="2" type="body"/>
          </p:nvPr>
        </p:nvSpPr>
        <p:spPr>
          <a:xfrm>
            <a:off x="6282588" y="1733549"/>
            <a:ext cx="5477623" cy="4398210"/>
          </a:xfrm>
          <a:prstGeom prst="rect">
            <a:avLst/>
          </a:prstGeom>
          <a:noFill/>
          <a:ln>
            <a:noFill/>
          </a:ln>
        </p:spPr>
        <p:txBody>
          <a:bodyPr anchorCtr="0" anchor="t" bIns="0" lIns="0" spcFirstLastPara="1" rIns="0" wrap="square" tIns="0">
            <a:normAutofit/>
          </a:bodyPr>
          <a:lstStyle>
            <a:lvl1pPr indent="-355600" lvl="0" marL="457200" algn="l">
              <a:lnSpc>
                <a:spcPct val="95000"/>
              </a:lnSpc>
              <a:spcBef>
                <a:spcPts val="0"/>
              </a:spcBef>
              <a:spcAft>
                <a:spcPts val="0"/>
              </a:spcAft>
              <a:buClr>
                <a:schemeClr val="accent4"/>
              </a:buClr>
              <a:buSzPts val="2000"/>
              <a:buFont typeface="Calibri"/>
              <a:buChar char="•"/>
              <a:defRPr sz="2000">
                <a:solidFill>
                  <a:schemeClr val="dk1"/>
                </a:solidFill>
              </a:defRPr>
            </a:lvl1pPr>
            <a:lvl2pPr indent="-342900" lvl="1" marL="914400" algn="l">
              <a:lnSpc>
                <a:spcPct val="95000"/>
              </a:lnSpc>
              <a:spcBef>
                <a:spcPts val="800"/>
              </a:spcBef>
              <a:spcAft>
                <a:spcPts val="0"/>
              </a:spcAft>
              <a:buClr>
                <a:srgbClr val="7D8585"/>
              </a:buClr>
              <a:buSzPts val="1800"/>
              <a:buFont typeface="Calibri"/>
              <a:buChar char="→"/>
              <a:defRPr sz="2000">
                <a:solidFill>
                  <a:schemeClr val="dk1"/>
                </a:solidFill>
              </a:defRPr>
            </a:lvl2pPr>
            <a:lvl3pPr indent="-342900" lvl="2" marL="1371600" algn="l">
              <a:lnSpc>
                <a:spcPct val="95000"/>
              </a:lnSpc>
              <a:spcBef>
                <a:spcPts val="800"/>
              </a:spcBef>
              <a:spcAft>
                <a:spcPts val="0"/>
              </a:spcAft>
              <a:buClr>
                <a:srgbClr val="7D8585"/>
              </a:buClr>
              <a:buSzPts val="1800"/>
              <a:buFont typeface="Calibri"/>
              <a:buChar char="–"/>
              <a:defRPr sz="2000">
                <a:solidFill>
                  <a:schemeClr val="dk1"/>
                </a:solidFill>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55" name="Google Shape;455;p28"/>
          <p:cNvSpPr/>
          <p:nvPr/>
        </p:nvSpPr>
        <p:spPr>
          <a:xfrm>
            <a:off x="10271760" y="304437"/>
            <a:ext cx="1470184" cy="344857"/>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showMasterSp="0">
  <p:cSld name="Chapter">
    <p:bg>
      <p:bgPr>
        <a:solidFill>
          <a:schemeClr val="lt1"/>
        </a:solidFill>
      </p:bgPr>
    </p:bg>
    <p:spTree>
      <p:nvGrpSpPr>
        <p:cNvPr id="456" name="Shape 456"/>
        <p:cNvGrpSpPr/>
        <p:nvPr/>
      </p:nvGrpSpPr>
      <p:grpSpPr>
        <a:xfrm>
          <a:off x="0" y="0"/>
          <a:ext cx="0" cy="0"/>
          <a:chOff x="0" y="0"/>
          <a:chExt cx="0" cy="0"/>
        </a:xfrm>
      </p:grpSpPr>
      <p:sp>
        <p:nvSpPr>
          <p:cNvPr id="457" name="Google Shape;457;p29"/>
          <p:cNvSpPr txBox="1"/>
          <p:nvPr>
            <p:ph idx="1" type="subTitle"/>
          </p:nvPr>
        </p:nvSpPr>
        <p:spPr>
          <a:xfrm>
            <a:off x="526632" y="3162300"/>
            <a:ext cx="6445670" cy="2082800"/>
          </a:xfrm>
          <a:prstGeom prst="rect">
            <a:avLst/>
          </a:prstGeom>
          <a:noFill/>
          <a:ln>
            <a:noFill/>
          </a:ln>
        </p:spPr>
        <p:txBody>
          <a:bodyPr anchorCtr="0" anchor="ctr" bIns="0" lIns="0" spcFirstLastPara="1" rIns="0" wrap="square" tIns="0">
            <a:noAutofit/>
          </a:bodyPr>
          <a:lstStyle>
            <a:lvl1pPr lvl="0" algn="l">
              <a:lnSpc>
                <a:spcPct val="95000"/>
              </a:lnSpc>
              <a:spcBef>
                <a:spcPts val="0"/>
              </a:spcBef>
              <a:spcAft>
                <a:spcPts val="0"/>
              </a:spcAft>
              <a:buSzPts val="4000"/>
              <a:buNone/>
              <a:defRPr sz="4000">
                <a:solidFill>
                  <a:srgbClr val="000000"/>
                </a:solidFill>
                <a:latin typeface="Roboto Black"/>
                <a:ea typeface="Roboto Black"/>
                <a:cs typeface="Roboto Black"/>
                <a:sym typeface="Roboto Black"/>
              </a:defRPr>
            </a:lvl1pPr>
            <a:lvl2pPr lvl="1" algn="ctr">
              <a:lnSpc>
                <a:spcPct val="95000"/>
              </a:lnSpc>
              <a:spcBef>
                <a:spcPts val="800"/>
              </a:spcBef>
              <a:spcAft>
                <a:spcPts val="0"/>
              </a:spcAft>
              <a:buSzPts val="1800"/>
              <a:buNone/>
              <a:defRPr>
                <a:solidFill>
                  <a:srgbClr val="888888"/>
                </a:solidFill>
              </a:defRPr>
            </a:lvl2pPr>
            <a:lvl3pPr lvl="2" algn="ctr">
              <a:lnSpc>
                <a:spcPct val="95000"/>
              </a:lnSpc>
              <a:spcBef>
                <a:spcPts val="800"/>
              </a:spcBef>
              <a:spcAft>
                <a:spcPts val="0"/>
              </a:spcAft>
              <a:buSzPts val="1800"/>
              <a:buNone/>
              <a:defRPr>
                <a:solidFill>
                  <a:srgbClr val="888888"/>
                </a:solidFill>
              </a:defRPr>
            </a:lvl3pPr>
            <a:lvl4pPr lvl="3" algn="ctr">
              <a:spcBef>
                <a:spcPts val="800"/>
              </a:spcBef>
              <a:spcAft>
                <a:spcPts val="0"/>
              </a:spcAft>
              <a:buClr>
                <a:srgbClr val="888888"/>
              </a:buClr>
              <a:buSzPts val="2400"/>
              <a:buNone/>
              <a:defRPr>
                <a:solidFill>
                  <a:srgbClr val="888888"/>
                </a:solidFill>
              </a:defRPr>
            </a:lvl4pPr>
            <a:lvl5pPr lvl="4" algn="ctr">
              <a:spcBef>
                <a:spcPts val="480"/>
              </a:spcBef>
              <a:spcAft>
                <a:spcPts val="0"/>
              </a:spcAft>
              <a:buClr>
                <a:srgbClr val="888888"/>
              </a:buClr>
              <a:buSzPts val="2400"/>
              <a:buNone/>
              <a:defRPr>
                <a:solidFill>
                  <a:srgbClr val="888888"/>
                </a:solidFill>
              </a:defRPr>
            </a:lvl5pPr>
            <a:lvl6pPr lvl="5" algn="ctr">
              <a:spcBef>
                <a:spcPts val="533"/>
              </a:spcBef>
              <a:spcAft>
                <a:spcPts val="0"/>
              </a:spcAft>
              <a:buClr>
                <a:srgbClr val="888888"/>
              </a:buClr>
              <a:buSzPts val="2667"/>
              <a:buNone/>
              <a:defRPr>
                <a:solidFill>
                  <a:srgbClr val="888888"/>
                </a:solidFill>
              </a:defRPr>
            </a:lvl6pPr>
            <a:lvl7pPr lvl="6" algn="ctr">
              <a:spcBef>
                <a:spcPts val="533"/>
              </a:spcBef>
              <a:spcAft>
                <a:spcPts val="0"/>
              </a:spcAft>
              <a:buClr>
                <a:srgbClr val="888888"/>
              </a:buClr>
              <a:buSzPts val="2667"/>
              <a:buNone/>
              <a:defRPr>
                <a:solidFill>
                  <a:srgbClr val="888888"/>
                </a:solidFill>
              </a:defRPr>
            </a:lvl7pPr>
            <a:lvl8pPr lvl="7" algn="ctr">
              <a:spcBef>
                <a:spcPts val="533"/>
              </a:spcBef>
              <a:spcAft>
                <a:spcPts val="0"/>
              </a:spcAft>
              <a:buClr>
                <a:srgbClr val="888888"/>
              </a:buClr>
              <a:buSzPts val="2667"/>
              <a:buNone/>
              <a:defRPr>
                <a:solidFill>
                  <a:srgbClr val="888888"/>
                </a:solidFill>
              </a:defRPr>
            </a:lvl8pPr>
            <a:lvl9pPr lvl="8" algn="ctr">
              <a:spcBef>
                <a:spcPts val="533"/>
              </a:spcBef>
              <a:spcAft>
                <a:spcPts val="0"/>
              </a:spcAft>
              <a:buClr>
                <a:srgbClr val="888888"/>
              </a:buClr>
              <a:buSzPts val="2667"/>
              <a:buNone/>
              <a:defRPr>
                <a:solidFill>
                  <a:srgbClr val="888888"/>
                </a:solidFill>
              </a:defRPr>
            </a:lvl9pPr>
          </a:lstStyle>
          <a:p/>
        </p:txBody>
      </p:sp>
      <p:sp>
        <p:nvSpPr>
          <p:cNvPr id="458" name="Google Shape;458;p29"/>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grpSp>
        <p:nvGrpSpPr>
          <p:cNvPr id="459" name="Google Shape;459;p29"/>
          <p:cNvGrpSpPr/>
          <p:nvPr/>
        </p:nvGrpSpPr>
        <p:grpSpPr>
          <a:xfrm rot="5400000">
            <a:off x="-3572540" y="3312041"/>
            <a:ext cx="6815472" cy="233918"/>
            <a:chOff x="0" y="-711770"/>
            <a:chExt cx="4642907" cy="564813"/>
          </a:xfrm>
        </p:grpSpPr>
        <p:grpSp>
          <p:nvGrpSpPr>
            <p:cNvPr id="460" name="Google Shape;460;p29"/>
            <p:cNvGrpSpPr/>
            <p:nvPr/>
          </p:nvGrpSpPr>
          <p:grpSpPr>
            <a:xfrm>
              <a:off x="791421" y="-711770"/>
              <a:ext cx="685800" cy="564813"/>
              <a:chOff x="304800" y="937146"/>
              <a:chExt cx="1624082" cy="286603"/>
            </a:xfrm>
          </p:grpSpPr>
          <p:sp>
            <p:nvSpPr>
              <p:cNvPr id="461" name="Google Shape;461;p29"/>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62" name="Google Shape;462;p29"/>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63" name="Google Shape;463;p29"/>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64" name="Google Shape;464;p29"/>
            <p:cNvGrpSpPr/>
            <p:nvPr/>
          </p:nvGrpSpPr>
          <p:grpSpPr>
            <a:xfrm>
              <a:off x="2374263" y="-711770"/>
              <a:ext cx="685800" cy="564813"/>
              <a:chOff x="304800" y="937146"/>
              <a:chExt cx="1624082" cy="286603"/>
            </a:xfrm>
          </p:grpSpPr>
          <p:sp>
            <p:nvSpPr>
              <p:cNvPr id="465" name="Google Shape;465;p29"/>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66" name="Google Shape;466;p29"/>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67" name="Google Shape;467;p29"/>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68" name="Google Shape;468;p29"/>
            <p:cNvGrpSpPr/>
            <p:nvPr/>
          </p:nvGrpSpPr>
          <p:grpSpPr>
            <a:xfrm>
              <a:off x="1582842" y="-711770"/>
              <a:ext cx="685800" cy="564813"/>
              <a:chOff x="304800" y="937146"/>
              <a:chExt cx="1624082" cy="286603"/>
            </a:xfrm>
          </p:grpSpPr>
          <p:sp>
            <p:nvSpPr>
              <p:cNvPr id="469" name="Google Shape;469;p29"/>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70" name="Google Shape;470;p29"/>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71" name="Google Shape;471;p29"/>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72" name="Google Shape;472;p29"/>
            <p:cNvGrpSpPr/>
            <p:nvPr/>
          </p:nvGrpSpPr>
          <p:grpSpPr>
            <a:xfrm>
              <a:off x="0" y="-711770"/>
              <a:ext cx="685800" cy="564813"/>
              <a:chOff x="304800" y="937146"/>
              <a:chExt cx="1624082" cy="286603"/>
            </a:xfrm>
          </p:grpSpPr>
          <p:sp>
            <p:nvSpPr>
              <p:cNvPr id="473" name="Google Shape;473;p29"/>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74" name="Google Shape;474;p29"/>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75" name="Google Shape;475;p29"/>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76" name="Google Shape;476;p29"/>
            <p:cNvGrpSpPr/>
            <p:nvPr/>
          </p:nvGrpSpPr>
          <p:grpSpPr>
            <a:xfrm>
              <a:off x="3957107" y="-711770"/>
              <a:ext cx="685800" cy="564813"/>
              <a:chOff x="304800" y="937146"/>
              <a:chExt cx="1624082" cy="286603"/>
            </a:xfrm>
          </p:grpSpPr>
          <p:sp>
            <p:nvSpPr>
              <p:cNvPr id="477" name="Google Shape;477;p29"/>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78" name="Google Shape;478;p29"/>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79" name="Google Shape;479;p29"/>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80" name="Google Shape;480;p29"/>
            <p:cNvGrpSpPr/>
            <p:nvPr/>
          </p:nvGrpSpPr>
          <p:grpSpPr>
            <a:xfrm>
              <a:off x="3165684" y="-711770"/>
              <a:ext cx="685800" cy="564813"/>
              <a:chOff x="304800" y="937146"/>
              <a:chExt cx="1624082" cy="286603"/>
            </a:xfrm>
          </p:grpSpPr>
          <p:sp>
            <p:nvSpPr>
              <p:cNvPr id="481" name="Google Shape;481;p29"/>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82" name="Google Shape;482;p29"/>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83" name="Google Shape;483;p29"/>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484" name="Google Shape;484;p29"/>
          <p:cNvSpPr/>
          <p:nvPr/>
        </p:nvSpPr>
        <p:spPr>
          <a:xfrm>
            <a:off x="10271760" y="304437"/>
            <a:ext cx="1470184" cy="344857"/>
          </a:xfrm>
          <a:prstGeom prst="rect">
            <a:avLst/>
          </a:prstGeom>
          <a:noFill/>
          <a:ln>
            <a:noFill/>
          </a:ln>
        </p:spPr>
      </p:sp>
      <p:sp>
        <p:nvSpPr>
          <p:cNvPr id="485" name="Google Shape;485;p29"/>
          <p:cNvSpPr/>
          <p:nvPr>
            <p:ph idx="2" type="pic"/>
          </p:nvPr>
        </p:nvSpPr>
        <p:spPr>
          <a:xfrm>
            <a:off x="-612" y="0"/>
            <a:ext cx="12192611" cy="6858000"/>
          </a:xfrm>
          <a:prstGeom prst="rect">
            <a:avLst/>
          </a:prstGeom>
          <a:solidFill>
            <a:srgbClr val="DCDEDE"/>
          </a:solid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2" showMasterSp="0">
  <p:cSld name="Chapter 2">
    <p:bg>
      <p:bgPr>
        <a:solidFill>
          <a:schemeClr val="lt1"/>
        </a:solidFill>
      </p:bgPr>
    </p:bg>
    <p:spTree>
      <p:nvGrpSpPr>
        <p:cNvPr id="486" name="Shape 486"/>
        <p:cNvGrpSpPr/>
        <p:nvPr/>
      </p:nvGrpSpPr>
      <p:grpSpPr>
        <a:xfrm>
          <a:off x="0" y="0"/>
          <a:ext cx="0" cy="0"/>
          <a:chOff x="0" y="0"/>
          <a:chExt cx="0" cy="0"/>
        </a:xfrm>
      </p:grpSpPr>
      <p:sp>
        <p:nvSpPr>
          <p:cNvPr id="487" name="Google Shape;487;p30"/>
          <p:cNvSpPr/>
          <p:nvPr>
            <p:ph idx="2" type="pic"/>
          </p:nvPr>
        </p:nvSpPr>
        <p:spPr>
          <a:xfrm>
            <a:off x="0" y="3049745"/>
            <a:ext cx="12192000" cy="3808255"/>
          </a:xfrm>
          <a:prstGeom prst="rect">
            <a:avLst/>
          </a:prstGeom>
          <a:solidFill>
            <a:srgbClr val="DCDEDE"/>
          </a:solidFill>
          <a:ln>
            <a:noFill/>
          </a:ln>
        </p:spPr>
      </p:sp>
      <p:sp>
        <p:nvSpPr>
          <p:cNvPr id="488" name="Google Shape;488;p30"/>
          <p:cNvSpPr txBox="1"/>
          <p:nvPr>
            <p:ph idx="1" type="subTitle"/>
          </p:nvPr>
        </p:nvSpPr>
        <p:spPr>
          <a:xfrm>
            <a:off x="1130300" y="1784538"/>
            <a:ext cx="10541000" cy="817780"/>
          </a:xfrm>
          <a:prstGeom prst="rect">
            <a:avLst/>
          </a:prstGeom>
          <a:noFill/>
          <a:ln>
            <a:noFill/>
          </a:ln>
        </p:spPr>
        <p:txBody>
          <a:bodyPr anchorCtr="0" anchor="ctr" bIns="0" lIns="0" spcFirstLastPara="1" rIns="0" wrap="square" tIns="0">
            <a:noAutofit/>
          </a:bodyPr>
          <a:lstStyle>
            <a:lvl1pPr lvl="0" algn="l">
              <a:lnSpc>
                <a:spcPct val="95000"/>
              </a:lnSpc>
              <a:spcBef>
                <a:spcPts val="0"/>
              </a:spcBef>
              <a:spcAft>
                <a:spcPts val="0"/>
              </a:spcAft>
              <a:buSzPts val="4800"/>
              <a:buNone/>
              <a:defRPr sz="4800">
                <a:solidFill>
                  <a:srgbClr val="000000"/>
                </a:solidFill>
                <a:latin typeface="Roboto Medium"/>
                <a:ea typeface="Roboto Medium"/>
                <a:cs typeface="Roboto Medium"/>
                <a:sym typeface="Roboto Medium"/>
              </a:defRPr>
            </a:lvl1pPr>
            <a:lvl2pPr lvl="1" algn="ctr">
              <a:lnSpc>
                <a:spcPct val="95000"/>
              </a:lnSpc>
              <a:spcBef>
                <a:spcPts val="800"/>
              </a:spcBef>
              <a:spcAft>
                <a:spcPts val="0"/>
              </a:spcAft>
              <a:buSzPts val="1800"/>
              <a:buNone/>
              <a:defRPr>
                <a:solidFill>
                  <a:srgbClr val="888888"/>
                </a:solidFill>
              </a:defRPr>
            </a:lvl2pPr>
            <a:lvl3pPr lvl="2" algn="ctr">
              <a:lnSpc>
                <a:spcPct val="95000"/>
              </a:lnSpc>
              <a:spcBef>
                <a:spcPts val="800"/>
              </a:spcBef>
              <a:spcAft>
                <a:spcPts val="0"/>
              </a:spcAft>
              <a:buSzPts val="1800"/>
              <a:buNone/>
              <a:defRPr>
                <a:solidFill>
                  <a:srgbClr val="888888"/>
                </a:solidFill>
              </a:defRPr>
            </a:lvl3pPr>
            <a:lvl4pPr lvl="3" algn="ctr">
              <a:spcBef>
                <a:spcPts val="800"/>
              </a:spcBef>
              <a:spcAft>
                <a:spcPts val="0"/>
              </a:spcAft>
              <a:buClr>
                <a:srgbClr val="888888"/>
              </a:buClr>
              <a:buSzPts val="2400"/>
              <a:buNone/>
              <a:defRPr>
                <a:solidFill>
                  <a:srgbClr val="888888"/>
                </a:solidFill>
              </a:defRPr>
            </a:lvl4pPr>
            <a:lvl5pPr lvl="4" algn="ctr">
              <a:spcBef>
                <a:spcPts val="480"/>
              </a:spcBef>
              <a:spcAft>
                <a:spcPts val="0"/>
              </a:spcAft>
              <a:buClr>
                <a:srgbClr val="888888"/>
              </a:buClr>
              <a:buSzPts val="2400"/>
              <a:buNone/>
              <a:defRPr>
                <a:solidFill>
                  <a:srgbClr val="888888"/>
                </a:solidFill>
              </a:defRPr>
            </a:lvl5pPr>
            <a:lvl6pPr lvl="5" algn="ctr">
              <a:spcBef>
                <a:spcPts val="533"/>
              </a:spcBef>
              <a:spcAft>
                <a:spcPts val="0"/>
              </a:spcAft>
              <a:buClr>
                <a:srgbClr val="888888"/>
              </a:buClr>
              <a:buSzPts val="2667"/>
              <a:buNone/>
              <a:defRPr>
                <a:solidFill>
                  <a:srgbClr val="888888"/>
                </a:solidFill>
              </a:defRPr>
            </a:lvl6pPr>
            <a:lvl7pPr lvl="6" algn="ctr">
              <a:spcBef>
                <a:spcPts val="533"/>
              </a:spcBef>
              <a:spcAft>
                <a:spcPts val="0"/>
              </a:spcAft>
              <a:buClr>
                <a:srgbClr val="888888"/>
              </a:buClr>
              <a:buSzPts val="2667"/>
              <a:buNone/>
              <a:defRPr>
                <a:solidFill>
                  <a:srgbClr val="888888"/>
                </a:solidFill>
              </a:defRPr>
            </a:lvl7pPr>
            <a:lvl8pPr lvl="7" algn="ctr">
              <a:spcBef>
                <a:spcPts val="533"/>
              </a:spcBef>
              <a:spcAft>
                <a:spcPts val="0"/>
              </a:spcAft>
              <a:buClr>
                <a:srgbClr val="888888"/>
              </a:buClr>
              <a:buSzPts val="2667"/>
              <a:buNone/>
              <a:defRPr>
                <a:solidFill>
                  <a:srgbClr val="888888"/>
                </a:solidFill>
              </a:defRPr>
            </a:lvl8pPr>
            <a:lvl9pPr lvl="8" algn="ctr">
              <a:spcBef>
                <a:spcPts val="533"/>
              </a:spcBef>
              <a:spcAft>
                <a:spcPts val="0"/>
              </a:spcAft>
              <a:buClr>
                <a:srgbClr val="888888"/>
              </a:buClr>
              <a:buSzPts val="2667"/>
              <a:buNone/>
              <a:defRPr>
                <a:solidFill>
                  <a:srgbClr val="888888"/>
                </a:solidFill>
              </a:defRPr>
            </a:lvl9pPr>
          </a:lstStyle>
          <a:p/>
        </p:txBody>
      </p:sp>
      <p:sp>
        <p:nvSpPr>
          <p:cNvPr id="489" name="Google Shape;489;p30"/>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grpSp>
        <p:nvGrpSpPr>
          <p:cNvPr id="490" name="Google Shape;490;p30"/>
          <p:cNvGrpSpPr/>
          <p:nvPr/>
        </p:nvGrpSpPr>
        <p:grpSpPr>
          <a:xfrm rot="5400000">
            <a:off x="-3572540" y="3312041"/>
            <a:ext cx="6815472" cy="233918"/>
            <a:chOff x="0" y="-711770"/>
            <a:chExt cx="4642907" cy="564813"/>
          </a:xfrm>
        </p:grpSpPr>
        <p:grpSp>
          <p:nvGrpSpPr>
            <p:cNvPr id="491" name="Google Shape;491;p30"/>
            <p:cNvGrpSpPr/>
            <p:nvPr/>
          </p:nvGrpSpPr>
          <p:grpSpPr>
            <a:xfrm>
              <a:off x="791421" y="-711770"/>
              <a:ext cx="685800" cy="564813"/>
              <a:chOff x="304800" y="937146"/>
              <a:chExt cx="1624082" cy="286603"/>
            </a:xfrm>
          </p:grpSpPr>
          <p:sp>
            <p:nvSpPr>
              <p:cNvPr id="492" name="Google Shape;492;p30"/>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93" name="Google Shape;493;p30"/>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94" name="Google Shape;494;p30"/>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95" name="Google Shape;495;p30"/>
            <p:cNvGrpSpPr/>
            <p:nvPr/>
          </p:nvGrpSpPr>
          <p:grpSpPr>
            <a:xfrm>
              <a:off x="2374263" y="-711770"/>
              <a:ext cx="685800" cy="564813"/>
              <a:chOff x="304800" y="937146"/>
              <a:chExt cx="1624082" cy="286603"/>
            </a:xfrm>
          </p:grpSpPr>
          <p:sp>
            <p:nvSpPr>
              <p:cNvPr id="496" name="Google Shape;496;p30"/>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97" name="Google Shape;497;p30"/>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498" name="Google Shape;498;p30"/>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499" name="Google Shape;499;p30"/>
            <p:cNvGrpSpPr/>
            <p:nvPr/>
          </p:nvGrpSpPr>
          <p:grpSpPr>
            <a:xfrm>
              <a:off x="1582842" y="-711770"/>
              <a:ext cx="685800" cy="564813"/>
              <a:chOff x="304800" y="937146"/>
              <a:chExt cx="1624082" cy="286603"/>
            </a:xfrm>
          </p:grpSpPr>
          <p:sp>
            <p:nvSpPr>
              <p:cNvPr id="500" name="Google Shape;500;p30"/>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01" name="Google Shape;501;p30"/>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02" name="Google Shape;502;p30"/>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03" name="Google Shape;503;p30"/>
            <p:cNvGrpSpPr/>
            <p:nvPr/>
          </p:nvGrpSpPr>
          <p:grpSpPr>
            <a:xfrm>
              <a:off x="0" y="-711770"/>
              <a:ext cx="685800" cy="564813"/>
              <a:chOff x="304800" y="937146"/>
              <a:chExt cx="1624082" cy="286603"/>
            </a:xfrm>
          </p:grpSpPr>
          <p:sp>
            <p:nvSpPr>
              <p:cNvPr id="504" name="Google Shape;504;p30"/>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05" name="Google Shape;505;p30"/>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06" name="Google Shape;506;p30"/>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07" name="Google Shape;507;p30"/>
            <p:cNvGrpSpPr/>
            <p:nvPr/>
          </p:nvGrpSpPr>
          <p:grpSpPr>
            <a:xfrm>
              <a:off x="3957107" y="-711770"/>
              <a:ext cx="685800" cy="564813"/>
              <a:chOff x="304800" y="937146"/>
              <a:chExt cx="1624082" cy="286603"/>
            </a:xfrm>
          </p:grpSpPr>
          <p:sp>
            <p:nvSpPr>
              <p:cNvPr id="508" name="Google Shape;508;p30"/>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09" name="Google Shape;509;p30"/>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10" name="Google Shape;510;p30"/>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11" name="Google Shape;511;p30"/>
            <p:cNvGrpSpPr/>
            <p:nvPr/>
          </p:nvGrpSpPr>
          <p:grpSpPr>
            <a:xfrm>
              <a:off x="3165684" y="-711770"/>
              <a:ext cx="685800" cy="564813"/>
              <a:chOff x="304800" y="937146"/>
              <a:chExt cx="1624082" cy="286603"/>
            </a:xfrm>
          </p:grpSpPr>
          <p:sp>
            <p:nvSpPr>
              <p:cNvPr id="512" name="Google Shape;512;p30"/>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13" name="Google Shape;513;p30"/>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14" name="Google Shape;514;p30"/>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grpSp>
        <p:nvGrpSpPr>
          <p:cNvPr id="515" name="Google Shape;515;p30"/>
          <p:cNvGrpSpPr/>
          <p:nvPr/>
        </p:nvGrpSpPr>
        <p:grpSpPr>
          <a:xfrm>
            <a:off x="10271760" y="304437"/>
            <a:ext cx="1470184" cy="161990"/>
            <a:chOff x="1719263" y="3114675"/>
            <a:chExt cx="5705476" cy="628650"/>
          </a:xfrm>
        </p:grpSpPr>
        <p:sp>
          <p:nvSpPr>
            <p:cNvPr id="516" name="Google Shape;516;p30"/>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517" name="Google Shape;517;p30"/>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518" name="Google Shape;518;p30"/>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519" name="Google Shape;519;p30"/>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520" name="Google Shape;520;p30"/>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521" name="Google Shape;521;p30"/>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pter 2 ACE" showMasterSp="0">
  <p:cSld name="Chapter 2 ACE">
    <p:bg>
      <p:bgPr>
        <a:solidFill>
          <a:schemeClr val="lt1"/>
        </a:solidFill>
      </p:bgPr>
    </p:bg>
    <p:spTree>
      <p:nvGrpSpPr>
        <p:cNvPr id="522" name="Shape 522"/>
        <p:cNvGrpSpPr/>
        <p:nvPr/>
      </p:nvGrpSpPr>
      <p:grpSpPr>
        <a:xfrm>
          <a:off x="0" y="0"/>
          <a:ext cx="0" cy="0"/>
          <a:chOff x="0" y="0"/>
          <a:chExt cx="0" cy="0"/>
        </a:xfrm>
      </p:grpSpPr>
      <p:sp>
        <p:nvSpPr>
          <p:cNvPr id="523" name="Google Shape;523;p31"/>
          <p:cNvSpPr/>
          <p:nvPr>
            <p:ph idx="2" type="pic"/>
          </p:nvPr>
        </p:nvSpPr>
        <p:spPr>
          <a:xfrm>
            <a:off x="0" y="3049745"/>
            <a:ext cx="12192000" cy="3808255"/>
          </a:xfrm>
          <a:prstGeom prst="rect">
            <a:avLst/>
          </a:prstGeom>
          <a:solidFill>
            <a:srgbClr val="DCDEDE"/>
          </a:solidFill>
          <a:ln>
            <a:noFill/>
          </a:ln>
        </p:spPr>
      </p:sp>
      <p:sp>
        <p:nvSpPr>
          <p:cNvPr id="524" name="Google Shape;524;p31"/>
          <p:cNvSpPr txBox="1"/>
          <p:nvPr>
            <p:ph idx="1" type="subTitle"/>
          </p:nvPr>
        </p:nvSpPr>
        <p:spPr>
          <a:xfrm>
            <a:off x="1130300" y="1784538"/>
            <a:ext cx="10541000" cy="817780"/>
          </a:xfrm>
          <a:prstGeom prst="rect">
            <a:avLst/>
          </a:prstGeom>
          <a:noFill/>
          <a:ln>
            <a:noFill/>
          </a:ln>
        </p:spPr>
        <p:txBody>
          <a:bodyPr anchorCtr="0" anchor="ctr" bIns="0" lIns="0" spcFirstLastPara="1" rIns="0" wrap="square" tIns="0">
            <a:noAutofit/>
          </a:bodyPr>
          <a:lstStyle>
            <a:lvl1pPr lvl="0" algn="l">
              <a:lnSpc>
                <a:spcPct val="95000"/>
              </a:lnSpc>
              <a:spcBef>
                <a:spcPts val="0"/>
              </a:spcBef>
              <a:spcAft>
                <a:spcPts val="0"/>
              </a:spcAft>
              <a:buSzPts val="4800"/>
              <a:buNone/>
              <a:defRPr sz="4800">
                <a:solidFill>
                  <a:srgbClr val="000000"/>
                </a:solidFill>
                <a:latin typeface="Roboto Medium"/>
                <a:ea typeface="Roboto Medium"/>
                <a:cs typeface="Roboto Medium"/>
                <a:sym typeface="Roboto Medium"/>
              </a:defRPr>
            </a:lvl1pPr>
            <a:lvl2pPr lvl="1" algn="ctr">
              <a:lnSpc>
                <a:spcPct val="95000"/>
              </a:lnSpc>
              <a:spcBef>
                <a:spcPts val="800"/>
              </a:spcBef>
              <a:spcAft>
                <a:spcPts val="0"/>
              </a:spcAft>
              <a:buSzPts val="1800"/>
              <a:buNone/>
              <a:defRPr>
                <a:solidFill>
                  <a:srgbClr val="888888"/>
                </a:solidFill>
              </a:defRPr>
            </a:lvl2pPr>
            <a:lvl3pPr lvl="2" algn="ctr">
              <a:lnSpc>
                <a:spcPct val="95000"/>
              </a:lnSpc>
              <a:spcBef>
                <a:spcPts val="800"/>
              </a:spcBef>
              <a:spcAft>
                <a:spcPts val="0"/>
              </a:spcAft>
              <a:buSzPts val="1800"/>
              <a:buNone/>
              <a:defRPr>
                <a:solidFill>
                  <a:srgbClr val="888888"/>
                </a:solidFill>
              </a:defRPr>
            </a:lvl3pPr>
            <a:lvl4pPr lvl="3" algn="ctr">
              <a:spcBef>
                <a:spcPts val="800"/>
              </a:spcBef>
              <a:spcAft>
                <a:spcPts val="0"/>
              </a:spcAft>
              <a:buClr>
                <a:srgbClr val="888888"/>
              </a:buClr>
              <a:buSzPts val="2400"/>
              <a:buNone/>
              <a:defRPr>
                <a:solidFill>
                  <a:srgbClr val="888888"/>
                </a:solidFill>
              </a:defRPr>
            </a:lvl4pPr>
            <a:lvl5pPr lvl="4" algn="ctr">
              <a:spcBef>
                <a:spcPts val="480"/>
              </a:spcBef>
              <a:spcAft>
                <a:spcPts val="0"/>
              </a:spcAft>
              <a:buClr>
                <a:srgbClr val="888888"/>
              </a:buClr>
              <a:buSzPts val="2400"/>
              <a:buNone/>
              <a:defRPr>
                <a:solidFill>
                  <a:srgbClr val="888888"/>
                </a:solidFill>
              </a:defRPr>
            </a:lvl5pPr>
            <a:lvl6pPr lvl="5" algn="ctr">
              <a:spcBef>
                <a:spcPts val="533"/>
              </a:spcBef>
              <a:spcAft>
                <a:spcPts val="0"/>
              </a:spcAft>
              <a:buClr>
                <a:srgbClr val="888888"/>
              </a:buClr>
              <a:buSzPts val="2667"/>
              <a:buNone/>
              <a:defRPr>
                <a:solidFill>
                  <a:srgbClr val="888888"/>
                </a:solidFill>
              </a:defRPr>
            </a:lvl6pPr>
            <a:lvl7pPr lvl="6" algn="ctr">
              <a:spcBef>
                <a:spcPts val="533"/>
              </a:spcBef>
              <a:spcAft>
                <a:spcPts val="0"/>
              </a:spcAft>
              <a:buClr>
                <a:srgbClr val="888888"/>
              </a:buClr>
              <a:buSzPts val="2667"/>
              <a:buNone/>
              <a:defRPr>
                <a:solidFill>
                  <a:srgbClr val="888888"/>
                </a:solidFill>
              </a:defRPr>
            </a:lvl7pPr>
            <a:lvl8pPr lvl="7" algn="ctr">
              <a:spcBef>
                <a:spcPts val="533"/>
              </a:spcBef>
              <a:spcAft>
                <a:spcPts val="0"/>
              </a:spcAft>
              <a:buClr>
                <a:srgbClr val="888888"/>
              </a:buClr>
              <a:buSzPts val="2667"/>
              <a:buNone/>
              <a:defRPr>
                <a:solidFill>
                  <a:srgbClr val="888888"/>
                </a:solidFill>
              </a:defRPr>
            </a:lvl8pPr>
            <a:lvl9pPr lvl="8" algn="ctr">
              <a:spcBef>
                <a:spcPts val="533"/>
              </a:spcBef>
              <a:spcAft>
                <a:spcPts val="0"/>
              </a:spcAft>
              <a:buClr>
                <a:srgbClr val="888888"/>
              </a:buClr>
              <a:buSzPts val="2667"/>
              <a:buNone/>
              <a:defRPr>
                <a:solidFill>
                  <a:srgbClr val="888888"/>
                </a:solidFill>
              </a:defRPr>
            </a:lvl9pPr>
          </a:lstStyle>
          <a:p/>
        </p:txBody>
      </p:sp>
      <p:sp>
        <p:nvSpPr>
          <p:cNvPr id="525" name="Google Shape;525;p31"/>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grpSp>
        <p:nvGrpSpPr>
          <p:cNvPr id="526" name="Google Shape;526;p31"/>
          <p:cNvGrpSpPr/>
          <p:nvPr/>
        </p:nvGrpSpPr>
        <p:grpSpPr>
          <a:xfrm rot="5400000">
            <a:off x="-3572540" y="3312041"/>
            <a:ext cx="6815472" cy="233918"/>
            <a:chOff x="0" y="-711770"/>
            <a:chExt cx="4642907" cy="564813"/>
          </a:xfrm>
        </p:grpSpPr>
        <p:grpSp>
          <p:nvGrpSpPr>
            <p:cNvPr id="527" name="Google Shape;527;p31"/>
            <p:cNvGrpSpPr/>
            <p:nvPr/>
          </p:nvGrpSpPr>
          <p:grpSpPr>
            <a:xfrm>
              <a:off x="791421" y="-711770"/>
              <a:ext cx="685800" cy="564813"/>
              <a:chOff x="304800" y="937146"/>
              <a:chExt cx="1624082" cy="286603"/>
            </a:xfrm>
          </p:grpSpPr>
          <p:sp>
            <p:nvSpPr>
              <p:cNvPr id="528" name="Google Shape;528;p31"/>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29" name="Google Shape;529;p31"/>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30" name="Google Shape;530;p31"/>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31" name="Google Shape;531;p31"/>
            <p:cNvGrpSpPr/>
            <p:nvPr/>
          </p:nvGrpSpPr>
          <p:grpSpPr>
            <a:xfrm>
              <a:off x="2374263" y="-711770"/>
              <a:ext cx="685800" cy="564813"/>
              <a:chOff x="304800" y="937146"/>
              <a:chExt cx="1624082" cy="286603"/>
            </a:xfrm>
          </p:grpSpPr>
          <p:sp>
            <p:nvSpPr>
              <p:cNvPr id="532" name="Google Shape;532;p31"/>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33" name="Google Shape;533;p31"/>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34" name="Google Shape;534;p31"/>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35" name="Google Shape;535;p31"/>
            <p:cNvGrpSpPr/>
            <p:nvPr/>
          </p:nvGrpSpPr>
          <p:grpSpPr>
            <a:xfrm>
              <a:off x="1582842" y="-711770"/>
              <a:ext cx="685800" cy="564813"/>
              <a:chOff x="304800" y="937146"/>
              <a:chExt cx="1624082" cy="286603"/>
            </a:xfrm>
          </p:grpSpPr>
          <p:sp>
            <p:nvSpPr>
              <p:cNvPr id="536" name="Google Shape;536;p31"/>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37" name="Google Shape;537;p31"/>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38" name="Google Shape;538;p31"/>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39" name="Google Shape;539;p31"/>
            <p:cNvGrpSpPr/>
            <p:nvPr/>
          </p:nvGrpSpPr>
          <p:grpSpPr>
            <a:xfrm>
              <a:off x="0" y="-711770"/>
              <a:ext cx="685800" cy="564813"/>
              <a:chOff x="304800" y="937146"/>
              <a:chExt cx="1624082" cy="286603"/>
            </a:xfrm>
          </p:grpSpPr>
          <p:sp>
            <p:nvSpPr>
              <p:cNvPr id="540" name="Google Shape;540;p31"/>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41" name="Google Shape;541;p31"/>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42" name="Google Shape;542;p31"/>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43" name="Google Shape;543;p31"/>
            <p:cNvGrpSpPr/>
            <p:nvPr/>
          </p:nvGrpSpPr>
          <p:grpSpPr>
            <a:xfrm>
              <a:off x="3957107" y="-711770"/>
              <a:ext cx="685800" cy="564813"/>
              <a:chOff x="304800" y="937146"/>
              <a:chExt cx="1624082" cy="286603"/>
            </a:xfrm>
          </p:grpSpPr>
          <p:sp>
            <p:nvSpPr>
              <p:cNvPr id="544" name="Google Shape;544;p31"/>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45" name="Google Shape;545;p31"/>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46" name="Google Shape;546;p31"/>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47" name="Google Shape;547;p31"/>
            <p:cNvGrpSpPr/>
            <p:nvPr/>
          </p:nvGrpSpPr>
          <p:grpSpPr>
            <a:xfrm>
              <a:off x="3165684" y="-711770"/>
              <a:ext cx="685800" cy="564813"/>
              <a:chOff x="304800" y="937146"/>
              <a:chExt cx="1624082" cy="286603"/>
            </a:xfrm>
          </p:grpSpPr>
          <p:sp>
            <p:nvSpPr>
              <p:cNvPr id="548" name="Google Shape;548;p31"/>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49" name="Google Shape;549;p31"/>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50" name="Google Shape;550;p31"/>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551" name="Google Shape;551;p31"/>
          <p:cNvSpPr/>
          <p:nvPr/>
        </p:nvSpPr>
        <p:spPr>
          <a:xfrm>
            <a:off x="10271760" y="304437"/>
            <a:ext cx="1470184" cy="344857"/>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 Text" showMasterSp="0">
  <p:cSld name="Picture + Text">
    <p:spTree>
      <p:nvGrpSpPr>
        <p:cNvPr id="552" name="Shape 552"/>
        <p:cNvGrpSpPr/>
        <p:nvPr/>
      </p:nvGrpSpPr>
      <p:grpSpPr>
        <a:xfrm>
          <a:off x="0" y="0"/>
          <a:ext cx="0" cy="0"/>
          <a:chOff x="0" y="0"/>
          <a:chExt cx="0" cy="0"/>
        </a:xfrm>
      </p:grpSpPr>
      <p:sp>
        <p:nvSpPr>
          <p:cNvPr id="553" name="Google Shape;553;p32"/>
          <p:cNvSpPr/>
          <p:nvPr>
            <p:ph idx="2" type="pic"/>
          </p:nvPr>
        </p:nvSpPr>
        <p:spPr>
          <a:xfrm>
            <a:off x="0" y="0"/>
            <a:ext cx="6096000" cy="6858000"/>
          </a:xfrm>
          <a:prstGeom prst="rect">
            <a:avLst/>
          </a:prstGeom>
          <a:solidFill>
            <a:srgbClr val="DCDEDE"/>
          </a:solidFill>
          <a:ln>
            <a:noFill/>
          </a:ln>
        </p:spPr>
      </p:sp>
      <p:sp>
        <p:nvSpPr>
          <p:cNvPr id="554" name="Google Shape;554;p32"/>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sp>
        <p:nvSpPr>
          <p:cNvPr id="555" name="Google Shape;555;p32"/>
          <p:cNvSpPr txBox="1"/>
          <p:nvPr>
            <p:ph type="title"/>
          </p:nvPr>
        </p:nvSpPr>
        <p:spPr>
          <a:xfrm>
            <a:off x="6758552" y="675007"/>
            <a:ext cx="4986984" cy="792674"/>
          </a:xfrm>
          <a:prstGeom prst="rect">
            <a:avLst/>
          </a:prstGeom>
          <a:noFill/>
          <a:ln>
            <a:noFill/>
          </a:ln>
        </p:spPr>
        <p:txBody>
          <a:bodyPr anchorCtr="0" anchor="t" bIns="0" lIns="0" spcFirstLastPara="1" rIns="0" wrap="square" tIns="0">
            <a:normAutofit/>
          </a:bodyPr>
          <a:lstStyle>
            <a:lvl1pPr lvl="0" algn="l">
              <a:spcBef>
                <a:spcPts val="0"/>
              </a:spcBef>
              <a:spcAft>
                <a:spcPts val="0"/>
              </a:spcAft>
              <a:buClr>
                <a:srgbClr val="000000"/>
              </a:buClr>
              <a:buSzPts val="4000"/>
              <a:buFont typeface="Roboto Medium"/>
              <a:buNone/>
              <a:defRPr>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6" name="Google Shape;556;p32"/>
          <p:cNvSpPr txBox="1"/>
          <p:nvPr>
            <p:ph idx="1" type="body"/>
          </p:nvPr>
        </p:nvSpPr>
        <p:spPr>
          <a:xfrm>
            <a:off x="6758552" y="2200867"/>
            <a:ext cx="4986984" cy="336244"/>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0"/>
              </a:spcBef>
              <a:spcAft>
                <a:spcPts val="0"/>
              </a:spcAft>
              <a:buSzPts val="2000"/>
              <a:buFont typeface="Calibri"/>
              <a:buChar char="•"/>
              <a:defRPr sz="2000">
                <a:solidFill>
                  <a:schemeClr val="dk1"/>
                </a:solidFill>
              </a:defRPr>
            </a:lvl1pPr>
            <a:lvl2pPr indent="-331470" lvl="1" marL="914400" algn="l">
              <a:lnSpc>
                <a:spcPct val="95000"/>
              </a:lnSpc>
              <a:spcBef>
                <a:spcPts val="800"/>
              </a:spcBef>
              <a:spcAft>
                <a:spcPts val="0"/>
              </a:spcAft>
              <a:buSzPts val="1620"/>
              <a:buChar char="→"/>
              <a:defRPr/>
            </a:lvl2pPr>
            <a:lvl3pPr indent="-331470" lvl="2" marL="1371600" algn="l">
              <a:lnSpc>
                <a:spcPct val="95000"/>
              </a:lnSpc>
              <a:spcBef>
                <a:spcPts val="800"/>
              </a:spcBef>
              <a:spcAft>
                <a:spcPts val="0"/>
              </a:spcAft>
              <a:buSzPts val="1620"/>
              <a:buChar char="‒"/>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557" name="Google Shape;557;p32"/>
          <p:cNvGrpSpPr/>
          <p:nvPr/>
        </p:nvGrpSpPr>
        <p:grpSpPr>
          <a:xfrm rot="5400000">
            <a:off x="-3572540" y="3312041"/>
            <a:ext cx="6815472" cy="233918"/>
            <a:chOff x="0" y="-711770"/>
            <a:chExt cx="4642907" cy="564813"/>
          </a:xfrm>
        </p:grpSpPr>
        <p:grpSp>
          <p:nvGrpSpPr>
            <p:cNvPr id="558" name="Google Shape;558;p32"/>
            <p:cNvGrpSpPr/>
            <p:nvPr/>
          </p:nvGrpSpPr>
          <p:grpSpPr>
            <a:xfrm>
              <a:off x="791421" y="-711770"/>
              <a:ext cx="685800" cy="564813"/>
              <a:chOff x="304800" y="937146"/>
              <a:chExt cx="1624082" cy="286603"/>
            </a:xfrm>
          </p:grpSpPr>
          <p:sp>
            <p:nvSpPr>
              <p:cNvPr id="559" name="Google Shape;559;p32"/>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60" name="Google Shape;560;p32"/>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61" name="Google Shape;561;p32"/>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62" name="Google Shape;562;p32"/>
            <p:cNvGrpSpPr/>
            <p:nvPr/>
          </p:nvGrpSpPr>
          <p:grpSpPr>
            <a:xfrm>
              <a:off x="2374263" y="-711770"/>
              <a:ext cx="685800" cy="564813"/>
              <a:chOff x="304800" y="937146"/>
              <a:chExt cx="1624082" cy="286603"/>
            </a:xfrm>
          </p:grpSpPr>
          <p:sp>
            <p:nvSpPr>
              <p:cNvPr id="563" name="Google Shape;563;p32"/>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64" name="Google Shape;564;p32"/>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65" name="Google Shape;565;p32"/>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66" name="Google Shape;566;p32"/>
            <p:cNvGrpSpPr/>
            <p:nvPr/>
          </p:nvGrpSpPr>
          <p:grpSpPr>
            <a:xfrm>
              <a:off x="1582842" y="-711770"/>
              <a:ext cx="685800" cy="564813"/>
              <a:chOff x="304800" y="937146"/>
              <a:chExt cx="1624082" cy="286603"/>
            </a:xfrm>
          </p:grpSpPr>
          <p:sp>
            <p:nvSpPr>
              <p:cNvPr id="567" name="Google Shape;567;p32"/>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68" name="Google Shape;568;p32"/>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69" name="Google Shape;569;p32"/>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70" name="Google Shape;570;p32"/>
            <p:cNvGrpSpPr/>
            <p:nvPr/>
          </p:nvGrpSpPr>
          <p:grpSpPr>
            <a:xfrm>
              <a:off x="0" y="-711770"/>
              <a:ext cx="685800" cy="564813"/>
              <a:chOff x="304800" y="937146"/>
              <a:chExt cx="1624082" cy="286603"/>
            </a:xfrm>
          </p:grpSpPr>
          <p:sp>
            <p:nvSpPr>
              <p:cNvPr id="571" name="Google Shape;571;p32"/>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72" name="Google Shape;572;p32"/>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73" name="Google Shape;573;p32"/>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74" name="Google Shape;574;p32"/>
            <p:cNvGrpSpPr/>
            <p:nvPr/>
          </p:nvGrpSpPr>
          <p:grpSpPr>
            <a:xfrm>
              <a:off x="3957107" y="-711770"/>
              <a:ext cx="685800" cy="564813"/>
              <a:chOff x="304800" y="937146"/>
              <a:chExt cx="1624082" cy="286603"/>
            </a:xfrm>
          </p:grpSpPr>
          <p:sp>
            <p:nvSpPr>
              <p:cNvPr id="575" name="Google Shape;575;p32"/>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76" name="Google Shape;576;p32"/>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77" name="Google Shape;577;p32"/>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78" name="Google Shape;578;p32"/>
            <p:cNvGrpSpPr/>
            <p:nvPr/>
          </p:nvGrpSpPr>
          <p:grpSpPr>
            <a:xfrm>
              <a:off x="3165684" y="-711770"/>
              <a:ext cx="685800" cy="564813"/>
              <a:chOff x="304800" y="937146"/>
              <a:chExt cx="1624082" cy="286603"/>
            </a:xfrm>
          </p:grpSpPr>
          <p:sp>
            <p:nvSpPr>
              <p:cNvPr id="579" name="Google Shape;579;p32"/>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80" name="Google Shape;580;p32"/>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81" name="Google Shape;581;p32"/>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 picture" showMasterSp="0">
  <p:cSld name="Text + picture">
    <p:spTree>
      <p:nvGrpSpPr>
        <p:cNvPr id="582" name="Shape 582"/>
        <p:cNvGrpSpPr/>
        <p:nvPr/>
      </p:nvGrpSpPr>
      <p:grpSpPr>
        <a:xfrm>
          <a:off x="0" y="0"/>
          <a:ext cx="0" cy="0"/>
          <a:chOff x="0" y="0"/>
          <a:chExt cx="0" cy="0"/>
        </a:xfrm>
      </p:grpSpPr>
      <p:sp>
        <p:nvSpPr>
          <p:cNvPr id="583" name="Google Shape;583;p33"/>
          <p:cNvSpPr/>
          <p:nvPr>
            <p:ph idx="2" type="pic"/>
          </p:nvPr>
        </p:nvSpPr>
        <p:spPr>
          <a:xfrm>
            <a:off x="6096000" y="0"/>
            <a:ext cx="6096000" cy="6858000"/>
          </a:xfrm>
          <a:prstGeom prst="rect">
            <a:avLst/>
          </a:prstGeom>
          <a:solidFill>
            <a:srgbClr val="DCDEDE"/>
          </a:solidFill>
          <a:ln>
            <a:noFill/>
          </a:ln>
        </p:spPr>
      </p:sp>
      <p:sp>
        <p:nvSpPr>
          <p:cNvPr id="584" name="Google Shape;584;p33"/>
          <p:cNvSpPr txBox="1"/>
          <p:nvPr>
            <p:ph idx="11" type="ftr"/>
          </p:nvPr>
        </p:nvSpPr>
        <p:spPr>
          <a:xfrm>
            <a:off x="526630" y="6356351"/>
            <a:ext cx="4957792"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sz="14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5" name="Google Shape;585;p33"/>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sp>
        <p:nvSpPr>
          <p:cNvPr id="586" name="Google Shape;586;p33"/>
          <p:cNvSpPr txBox="1"/>
          <p:nvPr>
            <p:ph idx="1" type="body"/>
          </p:nvPr>
        </p:nvSpPr>
        <p:spPr>
          <a:xfrm>
            <a:off x="450055" y="2283297"/>
            <a:ext cx="5063559" cy="336244"/>
          </a:xfrm>
          <a:prstGeom prst="rect">
            <a:avLst/>
          </a:prstGeom>
          <a:noFill/>
          <a:ln>
            <a:noFill/>
          </a:ln>
        </p:spPr>
        <p:txBody>
          <a:bodyPr anchorCtr="0" anchor="t" bIns="0" lIns="0" spcFirstLastPara="1" rIns="0" wrap="square" tIns="0">
            <a:noAutofit/>
          </a:bodyPr>
          <a:lstStyle>
            <a:lvl1pPr indent="-355600" lvl="0" marL="457200" algn="l">
              <a:lnSpc>
                <a:spcPct val="95000"/>
              </a:lnSpc>
              <a:spcBef>
                <a:spcPts val="0"/>
              </a:spcBef>
              <a:spcAft>
                <a:spcPts val="0"/>
              </a:spcAft>
              <a:buSzPts val="2000"/>
              <a:buFont typeface="Calibri"/>
              <a:buChar char="•"/>
              <a:defRPr sz="2000">
                <a:solidFill>
                  <a:schemeClr val="dk1"/>
                </a:solidFill>
              </a:defRPr>
            </a:lvl1pPr>
            <a:lvl2pPr indent="-331470" lvl="1" marL="914400" algn="l">
              <a:lnSpc>
                <a:spcPct val="95000"/>
              </a:lnSpc>
              <a:spcBef>
                <a:spcPts val="800"/>
              </a:spcBef>
              <a:spcAft>
                <a:spcPts val="0"/>
              </a:spcAft>
              <a:buSzPts val="1620"/>
              <a:buChar char="→"/>
              <a:defRPr/>
            </a:lvl2pPr>
            <a:lvl3pPr indent="-331470" lvl="2" marL="1371600" algn="l">
              <a:lnSpc>
                <a:spcPct val="95000"/>
              </a:lnSpc>
              <a:spcBef>
                <a:spcPts val="800"/>
              </a:spcBef>
              <a:spcAft>
                <a:spcPts val="0"/>
              </a:spcAft>
              <a:buSzPts val="1620"/>
              <a:buChar char="‒"/>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587" name="Google Shape;587;p33"/>
          <p:cNvGrpSpPr/>
          <p:nvPr/>
        </p:nvGrpSpPr>
        <p:grpSpPr>
          <a:xfrm rot="5400000">
            <a:off x="-3572540" y="3312041"/>
            <a:ext cx="6815472" cy="233918"/>
            <a:chOff x="0" y="-711770"/>
            <a:chExt cx="4642907" cy="564813"/>
          </a:xfrm>
        </p:grpSpPr>
        <p:grpSp>
          <p:nvGrpSpPr>
            <p:cNvPr id="588" name="Google Shape;588;p33"/>
            <p:cNvGrpSpPr/>
            <p:nvPr/>
          </p:nvGrpSpPr>
          <p:grpSpPr>
            <a:xfrm>
              <a:off x="791421" y="-711770"/>
              <a:ext cx="685800" cy="564813"/>
              <a:chOff x="304800" y="937146"/>
              <a:chExt cx="1624082" cy="286603"/>
            </a:xfrm>
          </p:grpSpPr>
          <p:sp>
            <p:nvSpPr>
              <p:cNvPr id="589" name="Google Shape;589;p33"/>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90" name="Google Shape;590;p33"/>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91" name="Google Shape;591;p33"/>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92" name="Google Shape;592;p33"/>
            <p:cNvGrpSpPr/>
            <p:nvPr/>
          </p:nvGrpSpPr>
          <p:grpSpPr>
            <a:xfrm>
              <a:off x="2374263" y="-711770"/>
              <a:ext cx="685800" cy="564813"/>
              <a:chOff x="304800" y="937146"/>
              <a:chExt cx="1624082" cy="286603"/>
            </a:xfrm>
          </p:grpSpPr>
          <p:sp>
            <p:nvSpPr>
              <p:cNvPr id="593" name="Google Shape;593;p33"/>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94" name="Google Shape;594;p33"/>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95" name="Google Shape;595;p33"/>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596" name="Google Shape;596;p33"/>
            <p:cNvGrpSpPr/>
            <p:nvPr/>
          </p:nvGrpSpPr>
          <p:grpSpPr>
            <a:xfrm>
              <a:off x="1582842" y="-711770"/>
              <a:ext cx="685800" cy="564813"/>
              <a:chOff x="304800" y="937146"/>
              <a:chExt cx="1624082" cy="286603"/>
            </a:xfrm>
          </p:grpSpPr>
          <p:sp>
            <p:nvSpPr>
              <p:cNvPr id="597" name="Google Shape;597;p33"/>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98" name="Google Shape;598;p33"/>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599" name="Google Shape;599;p33"/>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00" name="Google Shape;600;p33"/>
            <p:cNvGrpSpPr/>
            <p:nvPr/>
          </p:nvGrpSpPr>
          <p:grpSpPr>
            <a:xfrm>
              <a:off x="0" y="-711770"/>
              <a:ext cx="685800" cy="564813"/>
              <a:chOff x="304800" y="937146"/>
              <a:chExt cx="1624082" cy="286603"/>
            </a:xfrm>
          </p:grpSpPr>
          <p:sp>
            <p:nvSpPr>
              <p:cNvPr id="601" name="Google Shape;601;p33"/>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02" name="Google Shape;602;p33"/>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03" name="Google Shape;603;p33"/>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04" name="Google Shape;604;p33"/>
            <p:cNvGrpSpPr/>
            <p:nvPr/>
          </p:nvGrpSpPr>
          <p:grpSpPr>
            <a:xfrm>
              <a:off x="3957107" y="-711770"/>
              <a:ext cx="685800" cy="564813"/>
              <a:chOff x="304800" y="937146"/>
              <a:chExt cx="1624082" cy="286603"/>
            </a:xfrm>
          </p:grpSpPr>
          <p:sp>
            <p:nvSpPr>
              <p:cNvPr id="605" name="Google Shape;605;p33"/>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06" name="Google Shape;606;p33"/>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07" name="Google Shape;607;p33"/>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08" name="Google Shape;608;p33"/>
            <p:cNvGrpSpPr/>
            <p:nvPr/>
          </p:nvGrpSpPr>
          <p:grpSpPr>
            <a:xfrm>
              <a:off x="3165684" y="-711770"/>
              <a:ext cx="685800" cy="564813"/>
              <a:chOff x="304800" y="937146"/>
              <a:chExt cx="1624082" cy="286603"/>
            </a:xfrm>
          </p:grpSpPr>
          <p:sp>
            <p:nvSpPr>
              <p:cNvPr id="609" name="Google Shape;609;p33"/>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10" name="Google Shape;610;p33"/>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11" name="Google Shape;611;p33"/>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612" name="Google Shape;612;p33"/>
          <p:cNvSpPr txBox="1"/>
          <p:nvPr>
            <p:ph type="title"/>
          </p:nvPr>
        </p:nvSpPr>
        <p:spPr>
          <a:xfrm>
            <a:off x="450056" y="675007"/>
            <a:ext cx="5063559" cy="792675"/>
          </a:xfrm>
          <a:prstGeom prst="rect">
            <a:avLst/>
          </a:prstGeom>
          <a:noFill/>
          <a:ln>
            <a:noFill/>
          </a:ln>
        </p:spPr>
        <p:txBody>
          <a:bodyPr anchorCtr="0" anchor="t" bIns="0" lIns="0" spcFirstLastPara="1" rIns="0" wrap="square" tIns="0">
            <a:normAutofit/>
          </a:bodyPr>
          <a:lstStyle>
            <a:lvl1pPr lvl="0" algn="l">
              <a:spcBef>
                <a:spcPts val="0"/>
              </a:spcBef>
              <a:spcAft>
                <a:spcPts val="0"/>
              </a:spcAft>
              <a:buClr>
                <a:srgbClr val="000000"/>
              </a:buClr>
              <a:buSzPts val="4000"/>
              <a:buFont typeface="Roboto Medium"/>
              <a:buNone/>
              <a:defRPr>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l slide (1)" showMasterSp="0">
  <p:cSld name="Final slide (1)">
    <p:spTree>
      <p:nvGrpSpPr>
        <p:cNvPr id="613" name="Shape 613"/>
        <p:cNvGrpSpPr/>
        <p:nvPr/>
      </p:nvGrpSpPr>
      <p:grpSpPr>
        <a:xfrm>
          <a:off x="0" y="0"/>
          <a:ext cx="0" cy="0"/>
          <a:chOff x="0" y="0"/>
          <a:chExt cx="0" cy="0"/>
        </a:xfrm>
      </p:grpSpPr>
      <p:sp>
        <p:nvSpPr>
          <p:cNvPr id="614" name="Google Shape;614;p34"/>
          <p:cNvSpPr txBox="1"/>
          <p:nvPr>
            <p:ph idx="11" type="ftr"/>
          </p:nvPr>
        </p:nvSpPr>
        <p:spPr>
          <a:xfrm>
            <a:off x="1107429" y="4039781"/>
            <a:ext cx="10572207"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sz="14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5" name="Google Shape;615;p34"/>
          <p:cNvSpPr txBox="1"/>
          <p:nvPr>
            <p:ph idx="1" type="body"/>
          </p:nvPr>
        </p:nvSpPr>
        <p:spPr>
          <a:xfrm>
            <a:off x="1085850" y="2583932"/>
            <a:ext cx="10593786" cy="964553"/>
          </a:xfrm>
          <a:prstGeom prst="rect">
            <a:avLst/>
          </a:prstGeom>
          <a:noFill/>
          <a:ln>
            <a:noFill/>
          </a:ln>
        </p:spPr>
        <p:txBody>
          <a:bodyPr anchorCtr="0" anchor="t" bIns="0" lIns="0" spcFirstLastPara="1" rIns="0" wrap="square" tIns="0">
            <a:normAutofit/>
          </a:bodyPr>
          <a:lstStyle>
            <a:lvl1pPr indent="-228600" lvl="0" marL="457200" algn="l">
              <a:lnSpc>
                <a:spcPct val="95000"/>
              </a:lnSpc>
              <a:spcBef>
                <a:spcPts val="0"/>
              </a:spcBef>
              <a:spcAft>
                <a:spcPts val="0"/>
              </a:spcAft>
              <a:buSzPts val="2000"/>
              <a:buNone/>
              <a:defRPr sz="2000">
                <a:solidFill>
                  <a:srgbClr val="000000"/>
                </a:solidFill>
              </a:defRPr>
            </a:lvl1pPr>
            <a:lvl2pPr indent="-331470" lvl="1" marL="914400" algn="l">
              <a:lnSpc>
                <a:spcPct val="95000"/>
              </a:lnSpc>
              <a:spcBef>
                <a:spcPts val="800"/>
              </a:spcBef>
              <a:spcAft>
                <a:spcPts val="0"/>
              </a:spcAft>
              <a:buSzPts val="1620"/>
              <a:buChar char="→"/>
              <a:defRPr/>
            </a:lvl2pPr>
            <a:lvl3pPr indent="-331470" lvl="2" marL="1371600" algn="l">
              <a:lnSpc>
                <a:spcPct val="95000"/>
              </a:lnSpc>
              <a:spcBef>
                <a:spcPts val="800"/>
              </a:spcBef>
              <a:spcAft>
                <a:spcPts val="0"/>
              </a:spcAft>
              <a:buSzPts val="1620"/>
              <a:buChar char="‒"/>
              <a:defRPr/>
            </a:lvl3pPr>
            <a:lvl4pPr indent="-342900" lvl="3" marL="1828800" algn="l">
              <a:spcBef>
                <a:spcPts val="8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16" name="Google Shape;616;p34"/>
          <p:cNvSpPr txBox="1"/>
          <p:nvPr>
            <p:ph type="title"/>
          </p:nvPr>
        </p:nvSpPr>
        <p:spPr>
          <a:xfrm>
            <a:off x="1085851" y="1328045"/>
            <a:ext cx="10593786" cy="612527"/>
          </a:xfrm>
          <a:prstGeom prst="rect">
            <a:avLst/>
          </a:prstGeom>
          <a:noFill/>
          <a:ln>
            <a:noFill/>
          </a:ln>
        </p:spPr>
        <p:txBody>
          <a:bodyPr anchorCtr="0" anchor="t" bIns="0" lIns="0" spcFirstLastPara="1" rIns="0" wrap="square" tIns="0">
            <a:noAutofit/>
          </a:bodyPr>
          <a:lstStyle>
            <a:lvl1pPr lvl="0" algn="l">
              <a:spcBef>
                <a:spcPts val="0"/>
              </a:spcBef>
              <a:spcAft>
                <a:spcPts val="0"/>
              </a:spcAft>
              <a:buClr>
                <a:srgbClr val="000000"/>
              </a:buClr>
              <a:buSzPts val="3600"/>
              <a:buFont typeface="Roboto Medium"/>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7" name="Google Shape;617;p34"/>
          <p:cNvSpPr/>
          <p:nvPr>
            <p:ph idx="2" type="pic"/>
          </p:nvPr>
        </p:nvSpPr>
        <p:spPr>
          <a:xfrm>
            <a:off x="-4763" y="4564959"/>
            <a:ext cx="12196763" cy="2320029"/>
          </a:xfrm>
          <a:prstGeom prst="rect">
            <a:avLst/>
          </a:prstGeom>
          <a:solidFill>
            <a:srgbClr val="DCDEDE"/>
          </a:solidFill>
          <a:ln>
            <a:noFill/>
          </a:ln>
        </p:spPr>
      </p:sp>
      <p:grpSp>
        <p:nvGrpSpPr>
          <p:cNvPr id="618" name="Google Shape;618;p34"/>
          <p:cNvGrpSpPr/>
          <p:nvPr/>
        </p:nvGrpSpPr>
        <p:grpSpPr>
          <a:xfrm rot="5400000">
            <a:off x="-3572540" y="3312041"/>
            <a:ext cx="6815472" cy="233918"/>
            <a:chOff x="0" y="-711770"/>
            <a:chExt cx="4642907" cy="564813"/>
          </a:xfrm>
        </p:grpSpPr>
        <p:grpSp>
          <p:nvGrpSpPr>
            <p:cNvPr id="619" name="Google Shape;619;p34"/>
            <p:cNvGrpSpPr/>
            <p:nvPr/>
          </p:nvGrpSpPr>
          <p:grpSpPr>
            <a:xfrm>
              <a:off x="791421" y="-711770"/>
              <a:ext cx="685800" cy="564813"/>
              <a:chOff x="304800" y="937146"/>
              <a:chExt cx="1624082" cy="286603"/>
            </a:xfrm>
          </p:grpSpPr>
          <p:sp>
            <p:nvSpPr>
              <p:cNvPr id="620" name="Google Shape;620;p34"/>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21" name="Google Shape;621;p34"/>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22" name="Google Shape;622;p34"/>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23" name="Google Shape;623;p34"/>
            <p:cNvGrpSpPr/>
            <p:nvPr/>
          </p:nvGrpSpPr>
          <p:grpSpPr>
            <a:xfrm>
              <a:off x="2374263" y="-711770"/>
              <a:ext cx="685800" cy="564813"/>
              <a:chOff x="304800" y="937146"/>
              <a:chExt cx="1624082" cy="286603"/>
            </a:xfrm>
          </p:grpSpPr>
          <p:sp>
            <p:nvSpPr>
              <p:cNvPr id="624" name="Google Shape;624;p34"/>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25" name="Google Shape;625;p34"/>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26" name="Google Shape;626;p34"/>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27" name="Google Shape;627;p34"/>
            <p:cNvGrpSpPr/>
            <p:nvPr/>
          </p:nvGrpSpPr>
          <p:grpSpPr>
            <a:xfrm>
              <a:off x="1582842" y="-711770"/>
              <a:ext cx="685800" cy="564813"/>
              <a:chOff x="304800" y="937146"/>
              <a:chExt cx="1624082" cy="286603"/>
            </a:xfrm>
          </p:grpSpPr>
          <p:sp>
            <p:nvSpPr>
              <p:cNvPr id="628" name="Google Shape;628;p34"/>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29" name="Google Shape;629;p34"/>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30" name="Google Shape;630;p34"/>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31" name="Google Shape;631;p34"/>
            <p:cNvGrpSpPr/>
            <p:nvPr/>
          </p:nvGrpSpPr>
          <p:grpSpPr>
            <a:xfrm>
              <a:off x="0" y="-711770"/>
              <a:ext cx="685800" cy="564813"/>
              <a:chOff x="304800" y="937146"/>
              <a:chExt cx="1624082" cy="286603"/>
            </a:xfrm>
          </p:grpSpPr>
          <p:sp>
            <p:nvSpPr>
              <p:cNvPr id="632" name="Google Shape;632;p34"/>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33" name="Google Shape;633;p34"/>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34" name="Google Shape;634;p34"/>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35" name="Google Shape;635;p34"/>
            <p:cNvGrpSpPr/>
            <p:nvPr/>
          </p:nvGrpSpPr>
          <p:grpSpPr>
            <a:xfrm>
              <a:off x="3957107" y="-711770"/>
              <a:ext cx="685800" cy="564813"/>
              <a:chOff x="304800" y="937146"/>
              <a:chExt cx="1624082" cy="286603"/>
            </a:xfrm>
          </p:grpSpPr>
          <p:sp>
            <p:nvSpPr>
              <p:cNvPr id="636" name="Google Shape;636;p34"/>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37" name="Google Shape;637;p34"/>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38" name="Google Shape;638;p34"/>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39" name="Google Shape;639;p34"/>
            <p:cNvGrpSpPr/>
            <p:nvPr/>
          </p:nvGrpSpPr>
          <p:grpSpPr>
            <a:xfrm>
              <a:off x="3165684" y="-711770"/>
              <a:ext cx="685800" cy="564813"/>
              <a:chOff x="304800" y="937146"/>
              <a:chExt cx="1624082" cy="286603"/>
            </a:xfrm>
          </p:grpSpPr>
          <p:sp>
            <p:nvSpPr>
              <p:cNvPr id="640" name="Google Shape;640;p34"/>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41" name="Google Shape;641;p34"/>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42" name="Google Shape;642;p34"/>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f chapter (2)" showMasterSp="0">
  <p:cSld name="Title of chapter (2)">
    <p:spTree>
      <p:nvGrpSpPr>
        <p:cNvPr id="643" name="Shape 643"/>
        <p:cNvGrpSpPr/>
        <p:nvPr/>
      </p:nvGrpSpPr>
      <p:grpSpPr>
        <a:xfrm>
          <a:off x="0" y="0"/>
          <a:ext cx="0" cy="0"/>
          <a:chOff x="0" y="0"/>
          <a:chExt cx="0" cy="0"/>
        </a:xfrm>
      </p:grpSpPr>
      <p:sp>
        <p:nvSpPr>
          <p:cNvPr id="644" name="Google Shape;644;p35"/>
          <p:cNvSpPr/>
          <p:nvPr/>
        </p:nvSpPr>
        <p:spPr>
          <a:xfrm flipH="1" rot="10800000">
            <a:off x="1" y="-6285"/>
            <a:ext cx="12191999" cy="689533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1">
              <a:solidFill>
                <a:schemeClr val="lt1"/>
              </a:solidFill>
              <a:latin typeface="Roboto Light"/>
              <a:ea typeface="Roboto Light"/>
              <a:cs typeface="Roboto Light"/>
              <a:sym typeface="Roboto Light"/>
            </a:endParaRPr>
          </a:p>
        </p:txBody>
      </p:sp>
      <p:grpSp>
        <p:nvGrpSpPr>
          <p:cNvPr id="645" name="Google Shape;645;p35"/>
          <p:cNvGrpSpPr/>
          <p:nvPr/>
        </p:nvGrpSpPr>
        <p:grpSpPr>
          <a:xfrm>
            <a:off x="4241048" y="-752995"/>
            <a:ext cx="8902045" cy="8530134"/>
            <a:chOff x="4241048" y="-752995"/>
            <a:chExt cx="8902045" cy="8530134"/>
          </a:xfrm>
        </p:grpSpPr>
        <p:sp>
          <p:nvSpPr>
            <p:cNvPr id="646" name="Google Shape;646;p35"/>
            <p:cNvSpPr/>
            <p:nvPr/>
          </p:nvSpPr>
          <p:spPr>
            <a:xfrm rot="589588">
              <a:off x="7497140" y="759370"/>
              <a:ext cx="2932116" cy="4217233"/>
            </a:xfrm>
            <a:custGeom>
              <a:rect b="b" l="l" r="r" t="t"/>
              <a:pathLst>
                <a:path extrusionOk="0" h="3188077" w="2216575">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47" name="Google Shape;647;p35"/>
            <p:cNvSpPr/>
            <p:nvPr/>
          </p:nvSpPr>
          <p:spPr>
            <a:xfrm rot="589588">
              <a:off x="7477156" y="-346766"/>
              <a:ext cx="5234181" cy="5509649"/>
            </a:xfrm>
            <a:custGeom>
              <a:rect b="b" l="l" r="r" t="t"/>
              <a:pathLst>
                <a:path extrusionOk="0" h="5509649" w="5234181">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48" name="Google Shape;648;p35"/>
            <p:cNvSpPr/>
            <p:nvPr/>
          </p:nvSpPr>
          <p:spPr>
            <a:xfrm rot="589588">
              <a:off x="4712905" y="1343973"/>
              <a:ext cx="5531840" cy="6005171"/>
            </a:xfrm>
            <a:custGeom>
              <a:rect b="b" l="l" r="r" t="t"/>
              <a:pathLst>
                <a:path extrusionOk="0" h="6005171" w="5531840">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sp>
        <p:nvSpPr>
          <p:cNvPr id="649" name="Google Shape;649;p35"/>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grpSp>
        <p:nvGrpSpPr>
          <p:cNvPr id="650" name="Google Shape;650;p35"/>
          <p:cNvGrpSpPr/>
          <p:nvPr/>
        </p:nvGrpSpPr>
        <p:grpSpPr>
          <a:xfrm rot="5400000">
            <a:off x="-3572540" y="3312041"/>
            <a:ext cx="6815472" cy="233918"/>
            <a:chOff x="0" y="-711770"/>
            <a:chExt cx="4642907" cy="564813"/>
          </a:xfrm>
        </p:grpSpPr>
        <p:grpSp>
          <p:nvGrpSpPr>
            <p:cNvPr id="651" name="Google Shape;651;p35"/>
            <p:cNvGrpSpPr/>
            <p:nvPr/>
          </p:nvGrpSpPr>
          <p:grpSpPr>
            <a:xfrm>
              <a:off x="791421" y="-711770"/>
              <a:ext cx="685800" cy="564813"/>
              <a:chOff x="304800" y="937146"/>
              <a:chExt cx="1624082" cy="286603"/>
            </a:xfrm>
          </p:grpSpPr>
          <p:sp>
            <p:nvSpPr>
              <p:cNvPr id="652" name="Google Shape;652;p35"/>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53" name="Google Shape;653;p35"/>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54" name="Google Shape;654;p35"/>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55" name="Google Shape;655;p35"/>
            <p:cNvGrpSpPr/>
            <p:nvPr/>
          </p:nvGrpSpPr>
          <p:grpSpPr>
            <a:xfrm>
              <a:off x="2374263" y="-711770"/>
              <a:ext cx="685800" cy="564813"/>
              <a:chOff x="304800" y="937146"/>
              <a:chExt cx="1624082" cy="286603"/>
            </a:xfrm>
          </p:grpSpPr>
          <p:sp>
            <p:nvSpPr>
              <p:cNvPr id="656" name="Google Shape;656;p35"/>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57" name="Google Shape;657;p35"/>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58" name="Google Shape;658;p35"/>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59" name="Google Shape;659;p35"/>
            <p:cNvGrpSpPr/>
            <p:nvPr/>
          </p:nvGrpSpPr>
          <p:grpSpPr>
            <a:xfrm>
              <a:off x="1582842" y="-711770"/>
              <a:ext cx="685800" cy="564813"/>
              <a:chOff x="304800" y="937146"/>
              <a:chExt cx="1624082" cy="286603"/>
            </a:xfrm>
          </p:grpSpPr>
          <p:sp>
            <p:nvSpPr>
              <p:cNvPr id="660" name="Google Shape;660;p35"/>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61" name="Google Shape;661;p35"/>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62" name="Google Shape;662;p35"/>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63" name="Google Shape;663;p35"/>
            <p:cNvGrpSpPr/>
            <p:nvPr/>
          </p:nvGrpSpPr>
          <p:grpSpPr>
            <a:xfrm>
              <a:off x="0" y="-711770"/>
              <a:ext cx="685800" cy="564813"/>
              <a:chOff x="304800" y="937146"/>
              <a:chExt cx="1624082" cy="286603"/>
            </a:xfrm>
          </p:grpSpPr>
          <p:sp>
            <p:nvSpPr>
              <p:cNvPr id="664" name="Google Shape;664;p35"/>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65" name="Google Shape;665;p35"/>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66" name="Google Shape;666;p35"/>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67" name="Google Shape;667;p35"/>
            <p:cNvGrpSpPr/>
            <p:nvPr/>
          </p:nvGrpSpPr>
          <p:grpSpPr>
            <a:xfrm>
              <a:off x="3957107" y="-711770"/>
              <a:ext cx="685800" cy="564813"/>
              <a:chOff x="304800" y="937146"/>
              <a:chExt cx="1624082" cy="286603"/>
            </a:xfrm>
          </p:grpSpPr>
          <p:sp>
            <p:nvSpPr>
              <p:cNvPr id="668" name="Google Shape;668;p35"/>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69" name="Google Shape;669;p35"/>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70" name="Google Shape;670;p35"/>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71" name="Google Shape;671;p35"/>
            <p:cNvGrpSpPr/>
            <p:nvPr/>
          </p:nvGrpSpPr>
          <p:grpSpPr>
            <a:xfrm>
              <a:off x="3165684" y="-711770"/>
              <a:ext cx="685800" cy="564813"/>
              <a:chOff x="304800" y="937146"/>
              <a:chExt cx="1624082" cy="286603"/>
            </a:xfrm>
          </p:grpSpPr>
          <p:sp>
            <p:nvSpPr>
              <p:cNvPr id="672" name="Google Shape;672;p35"/>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73" name="Google Shape;673;p35"/>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74" name="Google Shape;674;p35"/>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grpSp>
        <p:nvGrpSpPr>
          <p:cNvPr id="675" name="Google Shape;675;p35"/>
          <p:cNvGrpSpPr/>
          <p:nvPr/>
        </p:nvGrpSpPr>
        <p:grpSpPr>
          <a:xfrm>
            <a:off x="-1" y="800084"/>
            <a:ext cx="9108000" cy="5412870"/>
            <a:chOff x="-2" y="490062"/>
            <a:chExt cx="8550733" cy="5081687"/>
          </a:xfrm>
        </p:grpSpPr>
        <p:sp>
          <p:nvSpPr>
            <p:cNvPr id="676" name="Google Shape;676;p35"/>
            <p:cNvSpPr/>
            <p:nvPr/>
          </p:nvSpPr>
          <p:spPr>
            <a:xfrm>
              <a:off x="1" y="5083105"/>
              <a:ext cx="610077" cy="488643"/>
            </a:xfrm>
            <a:custGeom>
              <a:rect b="b" l="l" r="r" t="t"/>
              <a:pathLst>
                <a:path extrusionOk="0" h="452715" w="525341">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77" name="Google Shape;677;p35"/>
            <p:cNvSpPr/>
            <p:nvPr/>
          </p:nvSpPr>
          <p:spPr>
            <a:xfrm rot="5400000">
              <a:off x="1941026" y="-1450966"/>
              <a:ext cx="4668678" cy="8550733"/>
            </a:xfrm>
            <a:prstGeom prst="round2SameRect">
              <a:avLst>
                <a:gd fmla="val 4063" name="adj1"/>
                <a:gd fmla="val 0" name="adj2"/>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2400">
                <a:solidFill>
                  <a:srgbClr val="000000"/>
                </a:solidFill>
                <a:latin typeface="Geom"/>
                <a:ea typeface="Geom"/>
                <a:cs typeface="Geom"/>
                <a:sym typeface="Geom"/>
              </a:endParaRPr>
            </a:p>
          </p:txBody>
        </p:sp>
      </p:grpSp>
      <p:sp>
        <p:nvSpPr>
          <p:cNvPr id="678" name="Google Shape;678;p35"/>
          <p:cNvSpPr txBox="1"/>
          <p:nvPr>
            <p:ph idx="1" type="body"/>
          </p:nvPr>
        </p:nvSpPr>
        <p:spPr>
          <a:xfrm>
            <a:off x="555822" y="1430162"/>
            <a:ext cx="7832528" cy="3765711"/>
          </a:xfrm>
          <a:prstGeom prst="rect">
            <a:avLst/>
          </a:prstGeom>
          <a:noFill/>
          <a:ln>
            <a:noFill/>
          </a:ln>
        </p:spPr>
        <p:txBody>
          <a:bodyPr anchorCtr="0" anchor="ctr" bIns="0" lIns="0" spcFirstLastPara="1" rIns="0" wrap="square" tIns="0">
            <a:noAutofit/>
          </a:bodyPr>
          <a:lstStyle>
            <a:lvl1pPr indent="-228600" lvl="0" marL="457200" algn="l">
              <a:lnSpc>
                <a:spcPct val="95000"/>
              </a:lnSpc>
              <a:spcBef>
                <a:spcPts val="0"/>
              </a:spcBef>
              <a:spcAft>
                <a:spcPts val="0"/>
              </a:spcAft>
              <a:buClr>
                <a:schemeClr val="accent1"/>
              </a:buClr>
              <a:buSzPts val="4400"/>
              <a:buNone/>
              <a:defRPr sz="4400">
                <a:solidFill>
                  <a:schemeClr val="lt1"/>
                </a:solidFill>
                <a:latin typeface="Roboto Medium"/>
                <a:ea typeface="Roboto Medium"/>
                <a:cs typeface="Roboto Medium"/>
                <a:sym typeface="Roboto Medium"/>
              </a:defRPr>
            </a:lvl1pPr>
            <a:lvl2pPr indent="-342900" lvl="1" marL="914400" algn="l">
              <a:lnSpc>
                <a:spcPct val="95000"/>
              </a:lnSpc>
              <a:spcBef>
                <a:spcPts val="800"/>
              </a:spcBef>
              <a:spcAft>
                <a:spcPts val="0"/>
              </a:spcAft>
              <a:buClr>
                <a:schemeClr val="accent1"/>
              </a:buClr>
              <a:buSzPts val="1800"/>
              <a:buChar char="→"/>
              <a:defRPr sz="2000">
                <a:solidFill>
                  <a:schemeClr val="lt1"/>
                </a:solidFill>
                <a:latin typeface="Calibri"/>
                <a:ea typeface="Calibri"/>
                <a:cs typeface="Calibri"/>
                <a:sym typeface="Calibri"/>
              </a:defRPr>
            </a:lvl2pPr>
            <a:lvl3pPr indent="-342900" lvl="2" marL="1371600" algn="l">
              <a:lnSpc>
                <a:spcPct val="95000"/>
              </a:lnSpc>
              <a:spcBef>
                <a:spcPts val="600"/>
              </a:spcBef>
              <a:spcAft>
                <a:spcPts val="0"/>
              </a:spcAft>
              <a:buSzPts val="1800"/>
              <a:buChar char="‒"/>
              <a:defRPr sz="2000">
                <a:solidFill>
                  <a:schemeClr val="lt1"/>
                </a:solidFill>
                <a:latin typeface="Calibri"/>
                <a:ea typeface="Calibri"/>
                <a:cs typeface="Calibri"/>
                <a:sym typeface="Calibri"/>
              </a:defRPr>
            </a:lvl3pPr>
            <a:lvl4pPr indent="-342900" lvl="3" marL="1828800" algn="l">
              <a:spcBef>
                <a:spcPts val="6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679" name="Google Shape;679;p35"/>
          <p:cNvGrpSpPr/>
          <p:nvPr/>
        </p:nvGrpSpPr>
        <p:grpSpPr>
          <a:xfrm>
            <a:off x="10271760" y="304437"/>
            <a:ext cx="1470184" cy="161990"/>
            <a:chOff x="1719263" y="3114675"/>
            <a:chExt cx="5705476" cy="628650"/>
          </a:xfrm>
        </p:grpSpPr>
        <p:sp>
          <p:nvSpPr>
            <p:cNvPr id="680" name="Google Shape;680;p35"/>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681" name="Google Shape;681;p35"/>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682" name="Google Shape;682;p35"/>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683" name="Google Shape;683;p35"/>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684" name="Google Shape;684;p35"/>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685" name="Google Shape;685;p35"/>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f chapter (3)" showMasterSp="0">
  <p:cSld name="Title of chapter (3)">
    <p:spTree>
      <p:nvGrpSpPr>
        <p:cNvPr id="686" name="Shape 686"/>
        <p:cNvGrpSpPr/>
        <p:nvPr/>
      </p:nvGrpSpPr>
      <p:grpSpPr>
        <a:xfrm>
          <a:off x="0" y="0"/>
          <a:ext cx="0" cy="0"/>
          <a:chOff x="0" y="0"/>
          <a:chExt cx="0" cy="0"/>
        </a:xfrm>
      </p:grpSpPr>
      <p:sp>
        <p:nvSpPr>
          <p:cNvPr id="687" name="Google Shape;687;p36"/>
          <p:cNvSpPr/>
          <p:nvPr/>
        </p:nvSpPr>
        <p:spPr>
          <a:xfrm flipH="1" rot="10800000">
            <a:off x="1" y="-6285"/>
            <a:ext cx="12191999" cy="689533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1">
              <a:solidFill>
                <a:schemeClr val="lt1"/>
              </a:solidFill>
              <a:latin typeface="Roboto Light"/>
              <a:ea typeface="Roboto Light"/>
              <a:cs typeface="Roboto Light"/>
              <a:sym typeface="Roboto Light"/>
            </a:endParaRPr>
          </a:p>
        </p:txBody>
      </p:sp>
      <p:grpSp>
        <p:nvGrpSpPr>
          <p:cNvPr id="688" name="Google Shape;688;p36"/>
          <p:cNvGrpSpPr/>
          <p:nvPr/>
        </p:nvGrpSpPr>
        <p:grpSpPr>
          <a:xfrm>
            <a:off x="4241048" y="-752995"/>
            <a:ext cx="8902045" cy="8530134"/>
            <a:chOff x="4241048" y="-752995"/>
            <a:chExt cx="8902045" cy="8530134"/>
          </a:xfrm>
        </p:grpSpPr>
        <p:sp>
          <p:nvSpPr>
            <p:cNvPr id="689" name="Google Shape;689;p36"/>
            <p:cNvSpPr/>
            <p:nvPr/>
          </p:nvSpPr>
          <p:spPr>
            <a:xfrm rot="589588">
              <a:off x="7497140" y="759370"/>
              <a:ext cx="2932116" cy="4217233"/>
            </a:xfrm>
            <a:custGeom>
              <a:rect b="b" l="l" r="r" t="t"/>
              <a:pathLst>
                <a:path extrusionOk="0" h="3188077" w="2216575">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90" name="Google Shape;690;p36"/>
            <p:cNvSpPr/>
            <p:nvPr/>
          </p:nvSpPr>
          <p:spPr>
            <a:xfrm rot="589588">
              <a:off x="7477156" y="-346766"/>
              <a:ext cx="5234181" cy="5509649"/>
            </a:xfrm>
            <a:custGeom>
              <a:rect b="b" l="l" r="r" t="t"/>
              <a:pathLst>
                <a:path extrusionOk="0" h="5509649" w="5234181">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91" name="Google Shape;691;p36"/>
            <p:cNvSpPr/>
            <p:nvPr/>
          </p:nvSpPr>
          <p:spPr>
            <a:xfrm rot="589588">
              <a:off x="4712905" y="1343973"/>
              <a:ext cx="5531840" cy="6005171"/>
            </a:xfrm>
            <a:custGeom>
              <a:rect b="b" l="l" r="r" t="t"/>
              <a:pathLst>
                <a:path extrusionOk="0" h="6005171" w="5531840">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sp>
        <p:nvSpPr>
          <p:cNvPr id="692" name="Google Shape;692;p36"/>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grpSp>
        <p:nvGrpSpPr>
          <p:cNvPr id="693" name="Google Shape;693;p36"/>
          <p:cNvGrpSpPr/>
          <p:nvPr/>
        </p:nvGrpSpPr>
        <p:grpSpPr>
          <a:xfrm rot="5400000">
            <a:off x="-3572540" y="3312041"/>
            <a:ext cx="6815472" cy="233918"/>
            <a:chOff x="0" y="-711770"/>
            <a:chExt cx="4642907" cy="564813"/>
          </a:xfrm>
        </p:grpSpPr>
        <p:grpSp>
          <p:nvGrpSpPr>
            <p:cNvPr id="694" name="Google Shape;694;p36"/>
            <p:cNvGrpSpPr/>
            <p:nvPr/>
          </p:nvGrpSpPr>
          <p:grpSpPr>
            <a:xfrm>
              <a:off x="791421" y="-711770"/>
              <a:ext cx="685800" cy="564813"/>
              <a:chOff x="304800" y="937146"/>
              <a:chExt cx="1624082" cy="286603"/>
            </a:xfrm>
          </p:grpSpPr>
          <p:sp>
            <p:nvSpPr>
              <p:cNvPr id="695" name="Google Shape;695;p36"/>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96" name="Google Shape;696;p36"/>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697" name="Google Shape;697;p36"/>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698" name="Google Shape;698;p36"/>
            <p:cNvGrpSpPr/>
            <p:nvPr/>
          </p:nvGrpSpPr>
          <p:grpSpPr>
            <a:xfrm>
              <a:off x="2374263" y="-711770"/>
              <a:ext cx="685800" cy="564813"/>
              <a:chOff x="304800" y="937146"/>
              <a:chExt cx="1624082" cy="286603"/>
            </a:xfrm>
          </p:grpSpPr>
          <p:sp>
            <p:nvSpPr>
              <p:cNvPr id="699" name="Google Shape;699;p36"/>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00" name="Google Shape;700;p36"/>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01" name="Google Shape;701;p36"/>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02" name="Google Shape;702;p36"/>
            <p:cNvGrpSpPr/>
            <p:nvPr/>
          </p:nvGrpSpPr>
          <p:grpSpPr>
            <a:xfrm>
              <a:off x="1582842" y="-711770"/>
              <a:ext cx="685800" cy="564813"/>
              <a:chOff x="304800" y="937146"/>
              <a:chExt cx="1624082" cy="286603"/>
            </a:xfrm>
          </p:grpSpPr>
          <p:sp>
            <p:nvSpPr>
              <p:cNvPr id="703" name="Google Shape;703;p36"/>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04" name="Google Shape;704;p36"/>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05" name="Google Shape;705;p36"/>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06" name="Google Shape;706;p36"/>
            <p:cNvGrpSpPr/>
            <p:nvPr/>
          </p:nvGrpSpPr>
          <p:grpSpPr>
            <a:xfrm>
              <a:off x="0" y="-711770"/>
              <a:ext cx="685800" cy="564813"/>
              <a:chOff x="304800" y="937146"/>
              <a:chExt cx="1624082" cy="286603"/>
            </a:xfrm>
          </p:grpSpPr>
          <p:sp>
            <p:nvSpPr>
              <p:cNvPr id="707" name="Google Shape;707;p36"/>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08" name="Google Shape;708;p36"/>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09" name="Google Shape;709;p36"/>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10" name="Google Shape;710;p36"/>
            <p:cNvGrpSpPr/>
            <p:nvPr/>
          </p:nvGrpSpPr>
          <p:grpSpPr>
            <a:xfrm>
              <a:off x="3957107" y="-711770"/>
              <a:ext cx="685800" cy="564813"/>
              <a:chOff x="304800" y="937146"/>
              <a:chExt cx="1624082" cy="286603"/>
            </a:xfrm>
          </p:grpSpPr>
          <p:sp>
            <p:nvSpPr>
              <p:cNvPr id="711" name="Google Shape;711;p36"/>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12" name="Google Shape;712;p36"/>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13" name="Google Shape;713;p36"/>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14" name="Google Shape;714;p36"/>
            <p:cNvGrpSpPr/>
            <p:nvPr/>
          </p:nvGrpSpPr>
          <p:grpSpPr>
            <a:xfrm>
              <a:off x="3165684" y="-711770"/>
              <a:ext cx="685800" cy="564813"/>
              <a:chOff x="304800" y="937146"/>
              <a:chExt cx="1624082" cy="286603"/>
            </a:xfrm>
          </p:grpSpPr>
          <p:sp>
            <p:nvSpPr>
              <p:cNvPr id="715" name="Google Shape;715;p36"/>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16" name="Google Shape;716;p36"/>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17" name="Google Shape;717;p36"/>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grpSp>
        <p:nvGrpSpPr>
          <p:cNvPr id="718" name="Google Shape;718;p36"/>
          <p:cNvGrpSpPr/>
          <p:nvPr/>
        </p:nvGrpSpPr>
        <p:grpSpPr>
          <a:xfrm>
            <a:off x="-1" y="800084"/>
            <a:ext cx="9108000" cy="5412870"/>
            <a:chOff x="-2" y="490062"/>
            <a:chExt cx="8550733" cy="5081687"/>
          </a:xfrm>
        </p:grpSpPr>
        <p:sp>
          <p:nvSpPr>
            <p:cNvPr id="719" name="Google Shape;719;p36"/>
            <p:cNvSpPr/>
            <p:nvPr/>
          </p:nvSpPr>
          <p:spPr>
            <a:xfrm>
              <a:off x="1" y="5083105"/>
              <a:ext cx="610077" cy="488643"/>
            </a:xfrm>
            <a:custGeom>
              <a:rect b="b" l="l" r="r" t="t"/>
              <a:pathLst>
                <a:path extrusionOk="0" h="452715" w="525341">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20" name="Google Shape;720;p36"/>
            <p:cNvSpPr/>
            <p:nvPr/>
          </p:nvSpPr>
          <p:spPr>
            <a:xfrm rot="5400000">
              <a:off x="1941026" y="-1450966"/>
              <a:ext cx="4668678" cy="8550733"/>
            </a:xfrm>
            <a:prstGeom prst="round2SameRect">
              <a:avLst>
                <a:gd fmla="val 4063" name="adj1"/>
                <a:gd fmla="val 0" name="adj2"/>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2400">
                <a:solidFill>
                  <a:srgbClr val="000000"/>
                </a:solidFill>
                <a:latin typeface="Geom"/>
                <a:ea typeface="Geom"/>
                <a:cs typeface="Geom"/>
                <a:sym typeface="Geom"/>
              </a:endParaRPr>
            </a:p>
          </p:txBody>
        </p:sp>
      </p:grpSp>
      <p:sp>
        <p:nvSpPr>
          <p:cNvPr id="721" name="Google Shape;721;p36"/>
          <p:cNvSpPr txBox="1"/>
          <p:nvPr>
            <p:ph idx="1" type="body"/>
          </p:nvPr>
        </p:nvSpPr>
        <p:spPr>
          <a:xfrm>
            <a:off x="555822" y="1430162"/>
            <a:ext cx="7832528" cy="3765711"/>
          </a:xfrm>
          <a:prstGeom prst="rect">
            <a:avLst/>
          </a:prstGeom>
          <a:noFill/>
          <a:ln>
            <a:noFill/>
          </a:ln>
        </p:spPr>
        <p:txBody>
          <a:bodyPr anchorCtr="0" anchor="ctr" bIns="0" lIns="0" spcFirstLastPara="1" rIns="0" wrap="square" tIns="0">
            <a:noAutofit/>
          </a:bodyPr>
          <a:lstStyle>
            <a:lvl1pPr indent="-228600" lvl="0" marL="457200" algn="l">
              <a:lnSpc>
                <a:spcPct val="95000"/>
              </a:lnSpc>
              <a:spcBef>
                <a:spcPts val="0"/>
              </a:spcBef>
              <a:spcAft>
                <a:spcPts val="0"/>
              </a:spcAft>
              <a:buClr>
                <a:schemeClr val="accent1"/>
              </a:buClr>
              <a:buSzPts val="4400"/>
              <a:buNone/>
              <a:defRPr sz="4400">
                <a:solidFill>
                  <a:schemeClr val="lt1"/>
                </a:solidFill>
                <a:latin typeface="Roboto Medium"/>
                <a:ea typeface="Roboto Medium"/>
                <a:cs typeface="Roboto Medium"/>
                <a:sym typeface="Roboto Medium"/>
              </a:defRPr>
            </a:lvl1pPr>
            <a:lvl2pPr indent="-342900" lvl="1" marL="914400" algn="l">
              <a:lnSpc>
                <a:spcPct val="95000"/>
              </a:lnSpc>
              <a:spcBef>
                <a:spcPts val="800"/>
              </a:spcBef>
              <a:spcAft>
                <a:spcPts val="0"/>
              </a:spcAft>
              <a:buClr>
                <a:schemeClr val="accent1"/>
              </a:buClr>
              <a:buSzPts val="1800"/>
              <a:buChar char="→"/>
              <a:defRPr sz="2000">
                <a:solidFill>
                  <a:schemeClr val="lt1"/>
                </a:solidFill>
                <a:latin typeface="Calibri"/>
                <a:ea typeface="Calibri"/>
                <a:cs typeface="Calibri"/>
                <a:sym typeface="Calibri"/>
              </a:defRPr>
            </a:lvl2pPr>
            <a:lvl3pPr indent="-342900" lvl="2" marL="1371600" algn="l">
              <a:lnSpc>
                <a:spcPct val="95000"/>
              </a:lnSpc>
              <a:spcBef>
                <a:spcPts val="600"/>
              </a:spcBef>
              <a:spcAft>
                <a:spcPts val="0"/>
              </a:spcAft>
              <a:buSzPts val="1800"/>
              <a:buChar char="‒"/>
              <a:defRPr sz="2000">
                <a:solidFill>
                  <a:schemeClr val="lt1"/>
                </a:solidFill>
                <a:latin typeface="Calibri"/>
                <a:ea typeface="Calibri"/>
                <a:cs typeface="Calibri"/>
                <a:sym typeface="Calibri"/>
              </a:defRPr>
            </a:lvl3pPr>
            <a:lvl4pPr indent="-342900" lvl="3" marL="1828800" algn="l">
              <a:spcBef>
                <a:spcPts val="6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722" name="Google Shape;722;p36"/>
          <p:cNvGrpSpPr/>
          <p:nvPr/>
        </p:nvGrpSpPr>
        <p:grpSpPr>
          <a:xfrm>
            <a:off x="10271760" y="304437"/>
            <a:ext cx="1470184" cy="161990"/>
            <a:chOff x="1719263" y="3114675"/>
            <a:chExt cx="5705476" cy="628650"/>
          </a:xfrm>
        </p:grpSpPr>
        <p:sp>
          <p:nvSpPr>
            <p:cNvPr id="723" name="Google Shape;723;p36"/>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724" name="Google Shape;724;p36"/>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725" name="Google Shape;725;p36"/>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726" name="Google Shape;726;p36"/>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727" name="Google Shape;727;p36"/>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728" name="Google Shape;728;p36"/>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f chapter (4)" showMasterSp="0">
  <p:cSld name="Title of chapter (4)">
    <p:spTree>
      <p:nvGrpSpPr>
        <p:cNvPr id="729" name="Shape 729"/>
        <p:cNvGrpSpPr/>
        <p:nvPr/>
      </p:nvGrpSpPr>
      <p:grpSpPr>
        <a:xfrm>
          <a:off x="0" y="0"/>
          <a:ext cx="0" cy="0"/>
          <a:chOff x="0" y="0"/>
          <a:chExt cx="0" cy="0"/>
        </a:xfrm>
      </p:grpSpPr>
      <p:sp>
        <p:nvSpPr>
          <p:cNvPr id="730" name="Google Shape;730;p37"/>
          <p:cNvSpPr/>
          <p:nvPr/>
        </p:nvSpPr>
        <p:spPr>
          <a:xfrm flipH="1" rot="10800000">
            <a:off x="1" y="-6285"/>
            <a:ext cx="12191999" cy="6895331"/>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1">
              <a:solidFill>
                <a:schemeClr val="lt1"/>
              </a:solidFill>
              <a:latin typeface="Roboto Light"/>
              <a:ea typeface="Roboto Light"/>
              <a:cs typeface="Roboto Light"/>
              <a:sym typeface="Roboto Light"/>
            </a:endParaRPr>
          </a:p>
        </p:txBody>
      </p:sp>
      <p:grpSp>
        <p:nvGrpSpPr>
          <p:cNvPr id="731" name="Google Shape;731;p37"/>
          <p:cNvGrpSpPr/>
          <p:nvPr/>
        </p:nvGrpSpPr>
        <p:grpSpPr>
          <a:xfrm>
            <a:off x="4241048" y="-752995"/>
            <a:ext cx="8902045" cy="8530134"/>
            <a:chOff x="4241048" y="-752995"/>
            <a:chExt cx="8902045" cy="8530134"/>
          </a:xfrm>
        </p:grpSpPr>
        <p:sp>
          <p:nvSpPr>
            <p:cNvPr id="732" name="Google Shape;732;p37"/>
            <p:cNvSpPr/>
            <p:nvPr/>
          </p:nvSpPr>
          <p:spPr>
            <a:xfrm rot="589588">
              <a:off x="7497140" y="759370"/>
              <a:ext cx="2932116" cy="4217233"/>
            </a:xfrm>
            <a:custGeom>
              <a:rect b="b" l="l" r="r" t="t"/>
              <a:pathLst>
                <a:path extrusionOk="0" h="3188077" w="2216575">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33" name="Google Shape;733;p37"/>
            <p:cNvSpPr/>
            <p:nvPr/>
          </p:nvSpPr>
          <p:spPr>
            <a:xfrm rot="589588">
              <a:off x="7477156" y="-346766"/>
              <a:ext cx="5234181" cy="5509649"/>
            </a:xfrm>
            <a:custGeom>
              <a:rect b="b" l="l" r="r" t="t"/>
              <a:pathLst>
                <a:path extrusionOk="0" h="5509649" w="5234181">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34" name="Google Shape;734;p37"/>
            <p:cNvSpPr/>
            <p:nvPr/>
          </p:nvSpPr>
          <p:spPr>
            <a:xfrm rot="589588">
              <a:off x="4712905" y="1343973"/>
              <a:ext cx="5531840" cy="6005171"/>
            </a:xfrm>
            <a:custGeom>
              <a:rect b="b" l="l" r="r" t="t"/>
              <a:pathLst>
                <a:path extrusionOk="0" h="6005171" w="5531840">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sp>
        <p:nvSpPr>
          <p:cNvPr id="735" name="Google Shape;735;p37"/>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grpSp>
        <p:nvGrpSpPr>
          <p:cNvPr id="736" name="Google Shape;736;p37"/>
          <p:cNvGrpSpPr/>
          <p:nvPr/>
        </p:nvGrpSpPr>
        <p:grpSpPr>
          <a:xfrm rot="5400000">
            <a:off x="-3572540" y="3312041"/>
            <a:ext cx="6815472" cy="233918"/>
            <a:chOff x="0" y="-711770"/>
            <a:chExt cx="4642907" cy="564813"/>
          </a:xfrm>
        </p:grpSpPr>
        <p:grpSp>
          <p:nvGrpSpPr>
            <p:cNvPr id="737" name="Google Shape;737;p37"/>
            <p:cNvGrpSpPr/>
            <p:nvPr/>
          </p:nvGrpSpPr>
          <p:grpSpPr>
            <a:xfrm>
              <a:off x="791421" y="-711770"/>
              <a:ext cx="685800" cy="564813"/>
              <a:chOff x="304800" y="937146"/>
              <a:chExt cx="1624082" cy="286603"/>
            </a:xfrm>
          </p:grpSpPr>
          <p:sp>
            <p:nvSpPr>
              <p:cNvPr id="738" name="Google Shape;738;p37"/>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39" name="Google Shape;739;p37"/>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40" name="Google Shape;740;p37"/>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41" name="Google Shape;741;p37"/>
            <p:cNvGrpSpPr/>
            <p:nvPr/>
          </p:nvGrpSpPr>
          <p:grpSpPr>
            <a:xfrm>
              <a:off x="2374263" y="-711770"/>
              <a:ext cx="685800" cy="564813"/>
              <a:chOff x="304800" y="937146"/>
              <a:chExt cx="1624082" cy="286603"/>
            </a:xfrm>
          </p:grpSpPr>
          <p:sp>
            <p:nvSpPr>
              <p:cNvPr id="742" name="Google Shape;742;p37"/>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43" name="Google Shape;743;p37"/>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44" name="Google Shape;744;p37"/>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45" name="Google Shape;745;p37"/>
            <p:cNvGrpSpPr/>
            <p:nvPr/>
          </p:nvGrpSpPr>
          <p:grpSpPr>
            <a:xfrm>
              <a:off x="1582842" y="-711770"/>
              <a:ext cx="685800" cy="564813"/>
              <a:chOff x="304800" y="937146"/>
              <a:chExt cx="1624082" cy="286603"/>
            </a:xfrm>
          </p:grpSpPr>
          <p:sp>
            <p:nvSpPr>
              <p:cNvPr id="746" name="Google Shape;746;p37"/>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47" name="Google Shape;747;p37"/>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48" name="Google Shape;748;p37"/>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49" name="Google Shape;749;p37"/>
            <p:cNvGrpSpPr/>
            <p:nvPr/>
          </p:nvGrpSpPr>
          <p:grpSpPr>
            <a:xfrm>
              <a:off x="0" y="-711770"/>
              <a:ext cx="685800" cy="564813"/>
              <a:chOff x="304800" y="937146"/>
              <a:chExt cx="1624082" cy="286603"/>
            </a:xfrm>
          </p:grpSpPr>
          <p:sp>
            <p:nvSpPr>
              <p:cNvPr id="750" name="Google Shape;750;p37"/>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51" name="Google Shape;751;p37"/>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52" name="Google Shape;752;p37"/>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53" name="Google Shape;753;p37"/>
            <p:cNvGrpSpPr/>
            <p:nvPr/>
          </p:nvGrpSpPr>
          <p:grpSpPr>
            <a:xfrm>
              <a:off x="3957107" y="-711770"/>
              <a:ext cx="685800" cy="564813"/>
              <a:chOff x="304800" y="937146"/>
              <a:chExt cx="1624082" cy="286603"/>
            </a:xfrm>
          </p:grpSpPr>
          <p:sp>
            <p:nvSpPr>
              <p:cNvPr id="754" name="Google Shape;754;p37"/>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55" name="Google Shape;755;p37"/>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56" name="Google Shape;756;p37"/>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57" name="Google Shape;757;p37"/>
            <p:cNvGrpSpPr/>
            <p:nvPr/>
          </p:nvGrpSpPr>
          <p:grpSpPr>
            <a:xfrm>
              <a:off x="3165684" y="-711770"/>
              <a:ext cx="685800" cy="564813"/>
              <a:chOff x="304800" y="937146"/>
              <a:chExt cx="1624082" cy="286603"/>
            </a:xfrm>
          </p:grpSpPr>
          <p:sp>
            <p:nvSpPr>
              <p:cNvPr id="758" name="Google Shape;758;p37"/>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59" name="Google Shape;759;p37"/>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60" name="Google Shape;760;p37"/>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grpSp>
        <p:nvGrpSpPr>
          <p:cNvPr id="761" name="Google Shape;761;p37"/>
          <p:cNvGrpSpPr/>
          <p:nvPr/>
        </p:nvGrpSpPr>
        <p:grpSpPr>
          <a:xfrm>
            <a:off x="-1" y="800084"/>
            <a:ext cx="9108000" cy="5412870"/>
            <a:chOff x="-2" y="490062"/>
            <a:chExt cx="8550733" cy="5081687"/>
          </a:xfrm>
        </p:grpSpPr>
        <p:sp>
          <p:nvSpPr>
            <p:cNvPr id="762" name="Google Shape;762;p37"/>
            <p:cNvSpPr/>
            <p:nvPr/>
          </p:nvSpPr>
          <p:spPr>
            <a:xfrm>
              <a:off x="1" y="5083105"/>
              <a:ext cx="610077" cy="488643"/>
            </a:xfrm>
            <a:custGeom>
              <a:rect b="b" l="l" r="r" t="t"/>
              <a:pathLst>
                <a:path extrusionOk="0" h="452715" w="525341">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63" name="Google Shape;763;p37"/>
            <p:cNvSpPr/>
            <p:nvPr/>
          </p:nvSpPr>
          <p:spPr>
            <a:xfrm rot="5400000">
              <a:off x="1941026" y="-1450966"/>
              <a:ext cx="4668678" cy="8550733"/>
            </a:xfrm>
            <a:prstGeom prst="round2SameRect">
              <a:avLst>
                <a:gd fmla="val 4063" name="adj1"/>
                <a:gd fmla="val 0" name="adj2"/>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2400">
                <a:solidFill>
                  <a:srgbClr val="000000"/>
                </a:solidFill>
                <a:latin typeface="Geom"/>
                <a:ea typeface="Geom"/>
                <a:cs typeface="Geom"/>
                <a:sym typeface="Geom"/>
              </a:endParaRPr>
            </a:p>
          </p:txBody>
        </p:sp>
      </p:grpSp>
      <p:sp>
        <p:nvSpPr>
          <p:cNvPr id="764" name="Google Shape;764;p37"/>
          <p:cNvSpPr txBox="1"/>
          <p:nvPr>
            <p:ph idx="1" type="body"/>
          </p:nvPr>
        </p:nvSpPr>
        <p:spPr>
          <a:xfrm>
            <a:off x="555822" y="1430162"/>
            <a:ext cx="7832528" cy="3765711"/>
          </a:xfrm>
          <a:prstGeom prst="rect">
            <a:avLst/>
          </a:prstGeom>
          <a:noFill/>
          <a:ln>
            <a:noFill/>
          </a:ln>
        </p:spPr>
        <p:txBody>
          <a:bodyPr anchorCtr="0" anchor="ctr" bIns="0" lIns="0" spcFirstLastPara="1" rIns="0" wrap="square" tIns="0">
            <a:noAutofit/>
          </a:bodyPr>
          <a:lstStyle>
            <a:lvl1pPr indent="-228600" lvl="0" marL="457200" algn="l">
              <a:lnSpc>
                <a:spcPct val="95000"/>
              </a:lnSpc>
              <a:spcBef>
                <a:spcPts val="0"/>
              </a:spcBef>
              <a:spcAft>
                <a:spcPts val="0"/>
              </a:spcAft>
              <a:buClr>
                <a:schemeClr val="accent1"/>
              </a:buClr>
              <a:buSzPts val="4400"/>
              <a:buNone/>
              <a:defRPr sz="4400">
                <a:solidFill>
                  <a:schemeClr val="lt1"/>
                </a:solidFill>
                <a:latin typeface="Roboto Medium"/>
                <a:ea typeface="Roboto Medium"/>
                <a:cs typeface="Roboto Medium"/>
                <a:sym typeface="Roboto Medium"/>
              </a:defRPr>
            </a:lvl1pPr>
            <a:lvl2pPr indent="-342900" lvl="1" marL="914400" algn="l">
              <a:lnSpc>
                <a:spcPct val="95000"/>
              </a:lnSpc>
              <a:spcBef>
                <a:spcPts val="800"/>
              </a:spcBef>
              <a:spcAft>
                <a:spcPts val="0"/>
              </a:spcAft>
              <a:buClr>
                <a:schemeClr val="accent1"/>
              </a:buClr>
              <a:buSzPts val="1800"/>
              <a:buChar char="→"/>
              <a:defRPr sz="2000">
                <a:solidFill>
                  <a:schemeClr val="lt1"/>
                </a:solidFill>
                <a:latin typeface="Calibri"/>
                <a:ea typeface="Calibri"/>
                <a:cs typeface="Calibri"/>
                <a:sym typeface="Calibri"/>
              </a:defRPr>
            </a:lvl2pPr>
            <a:lvl3pPr indent="-342900" lvl="2" marL="1371600" algn="l">
              <a:lnSpc>
                <a:spcPct val="95000"/>
              </a:lnSpc>
              <a:spcBef>
                <a:spcPts val="600"/>
              </a:spcBef>
              <a:spcAft>
                <a:spcPts val="0"/>
              </a:spcAft>
              <a:buSzPts val="1800"/>
              <a:buChar char="‒"/>
              <a:defRPr sz="2000">
                <a:solidFill>
                  <a:schemeClr val="lt1"/>
                </a:solidFill>
                <a:latin typeface="Calibri"/>
                <a:ea typeface="Calibri"/>
                <a:cs typeface="Calibri"/>
                <a:sym typeface="Calibri"/>
              </a:defRPr>
            </a:lvl3pPr>
            <a:lvl4pPr indent="-342900" lvl="3" marL="1828800" algn="l">
              <a:spcBef>
                <a:spcPts val="6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765" name="Google Shape;765;p37"/>
          <p:cNvGrpSpPr/>
          <p:nvPr/>
        </p:nvGrpSpPr>
        <p:grpSpPr>
          <a:xfrm>
            <a:off x="10271760" y="304437"/>
            <a:ext cx="1470184" cy="161990"/>
            <a:chOff x="1719263" y="3114675"/>
            <a:chExt cx="5705476" cy="628650"/>
          </a:xfrm>
        </p:grpSpPr>
        <p:sp>
          <p:nvSpPr>
            <p:cNvPr id="766" name="Google Shape;766;p37"/>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767" name="Google Shape;767;p37"/>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768" name="Google Shape;768;p37"/>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769" name="Google Shape;769;p37"/>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770" name="Google Shape;770;p37"/>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771" name="Google Shape;771;p37"/>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f chapter (5)" showMasterSp="0">
  <p:cSld name="Title of chapter (5)">
    <p:spTree>
      <p:nvGrpSpPr>
        <p:cNvPr id="772" name="Shape 772"/>
        <p:cNvGrpSpPr/>
        <p:nvPr/>
      </p:nvGrpSpPr>
      <p:grpSpPr>
        <a:xfrm>
          <a:off x="0" y="0"/>
          <a:ext cx="0" cy="0"/>
          <a:chOff x="0" y="0"/>
          <a:chExt cx="0" cy="0"/>
        </a:xfrm>
      </p:grpSpPr>
      <p:sp>
        <p:nvSpPr>
          <p:cNvPr id="773" name="Google Shape;773;p38"/>
          <p:cNvSpPr/>
          <p:nvPr/>
        </p:nvSpPr>
        <p:spPr>
          <a:xfrm flipH="1" rot="10800000">
            <a:off x="1" y="-6285"/>
            <a:ext cx="12191999" cy="6895331"/>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1">
              <a:solidFill>
                <a:schemeClr val="lt1"/>
              </a:solidFill>
              <a:latin typeface="Roboto Light"/>
              <a:ea typeface="Roboto Light"/>
              <a:cs typeface="Roboto Light"/>
              <a:sym typeface="Roboto Light"/>
            </a:endParaRPr>
          </a:p>
        </p:txBody>
      </p:sp>
      <p:grpSp>
        <p:nvGrpSpPr>
          <p:cNvPr id="774" name="Google Shape;774;p38"/>
          <p:cNvGrpSpPr/>
          <p:nvPr/>
        </p:nvGrpSpPr>
        <p:grpSpPr>
          <a:xfrm>
            <a:off x="4241048" y="-752995"/>
            <a:ext cx="8902045" cy="8530134"/>
            <a:chOff x="4241048" y="-752995"/>
            <a:chExt cx="8902045" cy="8530134"/>
          </a:xfrm>
        </p:grpSpPr>
        <p:sp>
          <p:nvSpPr>
            <p:cNvPr id="775" name="Google Shape;775;p38"/>
            <p:cNvSpPr/>
            <p:nvPr/>
          </p:nvSpPr>
          <p:spPr>
            <a:xfrm rot="589588">
              <a:off x="7497140" y="759370"/>
              <a:ext cx="2932116" cy="4217233"/>
            </a:xfrm>
            <a:custGeom>
              <a:rect b="b" l="l" r="r" t="t"/>
              <a:pathLst>
                <a:path extrusionOk="0" h="3188077" w="2216575">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76" name="Google Shape;776;p38"/>
            <p:cNvSpPr/>
            <p:nvPr/>
          </p:nvSpPr>
          <p:spPr>
            <a:xfrm rot="589588">
              <a:off x="7477156" y="-346766"/>
              <a:ext cx="5234181" cy="5509649"/>
            </a:xfrm>
            <a:custGeom>
              <a:rect b="b" l="l" r="r" t="t"/>
              <a:pathLst>
                <a:path extrusionOk="0" h="5509649" w="5234181">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77" name="Google Shape;777;p38"/>
            <p:cNvSpPr/>
            <p:nvPr/>
          </p:nvSpPr>
          <p:spPr>
            <a:xfrm rot="589588">
              <a:off x="4712905" y="1343973"/>
              <a:ext cx="5531840" cy="6005171"/>
            </a:xfrm>
            <a:custGeom>
              <a:rect b="b" l="l" r="r" t="t"/>
              <a:pathLst>
                <a:path extrusionOk="0" h="6005171" w="5531840">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sp>
        <p:nvSpPr>
          <p:cNvPr id="778" name="Google Shape;778;p38"/>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grpSp>
        <p:nvGrpSpPr>
          <p:cNvPr id="779" name="Google Shape;779;p38"/>
          <p:cNvGrpSpPr/>
          <p:nvPr/>
        </p:nvGrpSpPr>
        <p:grpSpPr>
          <a:xfrm rot="5400000">
            <a:off x="-3572540" y="3312041"/>
            <a:ext cx="6815472" cy="233918"/>
            <a:chOff x="0" y="-711770"/>
            <a:chExt cx="4642907" cy="564813"/>
          </a:xfrm>
        </p:grpSpPr>
        <p:grpSp>
          <p:nvGrpSpPr>
            <p:cNvPr id="780" name="Google Shape;780;p38"/>
            <p:cNvGrpSpPr/>
            <p:nvPr/>
          </p:nvGrpSpPr>
          <p:grpSpPr>
            <a:xfrm>
              <a:off x="791421" y="-711770"/>
              <a:ext cx="685800" cy="564813"/>
              <a:chOff x="304800" y="937146"/>
              <a:chExt cx="1624082" cy="286603"/>
            </a:xfrm>
          </p:grpSpPr>
          <p:sp>
            <p:nvSpPr>
              <p:cNvPr id="781" name="Google Shape;781;p38"/>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82" name="Google Shape;782;p38"/>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83" name="Google Shape;783;p38"/>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84" name="Google Shape;784;p38"/>
            <p:cNvGrpSpPr/>
            <p:nvPr/>
          </p:nvGrpSpPr>
          <p:grpSpPr>
            <a:xfrm>
              <a:off x="2374263" y="-711770"/>
              <a:ext cx="685800" cy="564813"/>
              <a:chOff x="304800" y="937146"/>
              <a:chExt cx="1624082" cy="286603"/>
            </a:xfrm>
          </p:grpSpPr>
          <p:sp>
            <p:nvSpPr>
              <p:cNvPr id="785" name="Google Shape;785;p38"/>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86" name="Google Shape;786;p38"/>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87" name="Google Shape;787;p38"/>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88" name="Google Shape;788;p38"/>
            <p:cNvGrpSpPr/>
            <p:nvPr/>
          </p:nvGrpSpPr>
          <p:grpSpPr>
            <a:xfrm>
              <a:off x="1582842" y="-711770"/>
              <a:ext cx="685800" cy="564813"/>
              <a:chOff x="304800" y="937146"/>
              <a:chExt cx="1624082" cy="286603"/>
            </a:xfrm>
          </p:grpSpPr>
          <p:sp>
            <p:nvSpPr>
              <p:cNvPr id="789" name="Google Shape;789;p38"/>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90" name="Google Shape;790;p38"/>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91" name="Google Shape;791;p38"/>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92" name="Google Shape;792;p38"/>
            <p:cNvGrpSpPr/>
            <p:nvPr/>
          </p:nvGrpSpPr>
          <p:grpSpPr>
            <a:xfrm>
              <a:off x="0" y="-711770"/>
              <a:ext cx="685800" cy="564813"/>
              <a:chOff x="304800" y="937146"/>
              <a:chExt cx="1624082" cy="286603"/>
            </a:xfrm>
          </p:grpSpPr>
          <p:sp>
            <p:nvSpPr>
              <p:cNvPr id="793" name="Google Shape;793;p38"/>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94" name="Google Shape;794;p38"/>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95" name="Google Shape;795;p38"/>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796" name="Google Shape;796;p38"/>
            <p:cNvGrpSpPr/>
            <p:nvPr/>
          </p:nvGrpSpPr>
          <p:grpSpPr>
            <a:xfrm>
              <a:off x="3957107" y="-711770"/>
              <a:ext cx="685800" cy="564813"/>
              <a:chOff x="304800" y="937146"/>
              <a:chExt cx="1624082" cy="286603"/>
            </a:xfrm>
          </p:grpSpPr>
          <p:sp>
            <p:nvSpPr>
              <p:cNvPr id="797" name="Google Shape;797;p38"/>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98" name="Google Shape;798;p38"/>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799" name="Google Shape;799;p38"/>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00" name="Google Shape;800;p38"/>
            <p:cNvGrpSpPr/>
            <p:nvPr/>
          </p:nvGrpSpPr>
          <p:grpSpPr>
            <a:xfrm>
              <a:off x="3165684" y="-711770"/>
              <a:ext cx="685800" cy="564813"/>
              <a:chOff x="304800" y="937146"/>
              <a:chExt cx="1624082" cy="286603"/>
            </a:xfrm>
          </p:grpSpPr>
          <p:sp>
            <p:nvSpPr>
              <p:cNvPr id="801" name="Google Shape;801;p38"/>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02" name="Google Shape;802;p38"/>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03" name="Google Shape;803;p38"/>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grpSp>
        <p:nvGrpSpPr>
          <p:cNvPr id="804" name="Google Shape;804;p38"/>
          <p:cNvGrpSpPr/>
          <p:nvPr/>
        </p:nvGrpSpPr>
        <p:grpSpPr>
          <a:xfrm>
            <a:off x="-1" y="800084"/>
            <a:ext cx="9108000" cy="5412870"/>
            <a:chOff x="-2" y="490062"/>
            <a:chExt cx="8550733" cy="5081687"/>
          </a:xfrm>
        </p:grpSpPr>
        <p:sp>
          <p:nvSpPr>
            <p:cNvPr id="805" name="Google Shape;805;p38"/>
            <p:cNvSpPr/>
            <p:nvPr/>
          </p:nvSpPr>
          <p:spPr>
            <a:xfrm>
              <a:off x="1" y="5083105"/>
              <a:ext cx="610077" cy="488643"/>
            </a:xfrm>
            <a:custGeom>
              <a:rect b="b" l="l" r="r" t="t"/>
              <a:pathLst>
                <a:path extrusionOk="0" h="452715" w="525341">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06" name="Google Shape;806;p38"/>
            <p:cNvSpPr/>
            <p:nvPr/>
          </p:nvSpPr>
          <p:spPr>
            <a:xfrm rot="5400000">
              <a:off x="1941026" y="-1450966"/>
              <a:ext cx="4668678" cy="8550733"/>
            </a:xfrm>
            <a:prstGeom prst="round2SameRect">
              <a:avLst>
                <a:gd fmla="val 4063" name="adj1"/>
                <a:gd fmla="val 0" name="adj2"/>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2400">
                <a:solidFill>
                  <a:srgbClr val="000000"/>
                </a:solidFill>
                <a:latin typeface="Geom"/>
                <a:ea typeface="Geom"/>
                <a:cs typeface="Geom"/>
                <a:sym typeface="Geom"/>
              </a:endParaRPr>
            </a:p>
          </p:txBody>
        </p:sp>
      </p:grpSp>
      <p:sp>
        <p:nvSpPr>
          <p:cNvPr id="807" name="Google Shape;807;p38"/>
          <p:cNvSpPr txBox="1"/>
          <p:nvPr>
            <p:ph idx="1" type="body"/>
          </p:nvPr>
        </p:nvSpPr>
        <p:spPr>
          <a:xfrm>
            <a:off x="555822" y="1430162"/>
            <a:ext cx="7832528" cy="3765711"/>
          </a:xfrm>
          <a:prstGeom prst="rect">
            <a:avLst/>
          </a:prstGeom>
          <a:noFill/>
          <a:ln>
            <a:noFill/>
          </a:ln>
        </p:spPr>
        <p:txBody>
          <a:bodyPr anchorCtr="0" anchor="ctr" bIns="0" lIns="0" spcFirstLastPara="1" rIns="0" wrap="square" tIns="0">
            <a:noAutofit/>
          </a:bodyPr>
          <a:lstStyle>
            <a:lvl1pPr indent="-228600" lvl="0" marL="457200" algn="l">
              <a:lnSpc>
                <a:spcPct val="95000"/>
              </a:lnSpc>
              <a:spcBef>
                <a:spcPts val="0"/>
              </a:spcBef>
              <a:spcAft>
                <a:spcPts val="0"/>
              </a:spcAft>
              <a:buClr>
                <a:schemeClr val="accent1"/>
              </a:buClr>
              <a:buSzPts val="4400"/>
              <a:buNone/>
              <a:defRPr sz="4400">
                <a:solidFill>
                  <a:schemeClr val="lt1"/>
                </a:solidFill>
                <a:latin typeface="Roboto Medium"/>
                <a:ea typeface="Roboto Medium"/>
                <a:cs typeface="Roboto Medium"/>
                <a:sym typeface="Roboto Medium"/>
              </a:defRPr>
            </a:lvl1pPr>
            <a:lvl2pPr indent="-342900" lvl="1" marL="914400" algn="l">
              <a:lnSpc>
                <a:spcPct val="95000"/>
              </a:lnSpc>
              <a:spcBef>
                <a:spcPts val="800"/>
              </a:spcBef>
              <a:spcAft>
                <a:spcPts val="0"/>
              </a:spcAft>
              <a:buClr>
                <a:schemeClr val="accent1"/>
              </a:buClr>
              <a:buSzPts val="1800"/>
              <a:buChar char="→"/>
              <a:defRPr sz="2000">
                <a:solidFill>
                  <a:schemeClr val="lt1"/>
                </a:solidFill>
                <a:latin typeface="Calibri"/>
                <a:ea typeface="Calibri"/>
                <a:cs typeface="Calibri"/>
                <a:sym typeface="Calibri"/>
              </a:defRPr>
            </a:lvl2pPr>
            <a:lvl3pPr indent="-342900" lvl="2" marL="1371600" algn="l">
              <a:lnSpc>
                <a:spcPct val="95000"/>
              </a:lnSpc>
              <a:spcBef>
                <a:spcPts val="600"/>
              </a:spcBef>
              <a:spcAft>
                <a:spcPts val="0"/>
              </a:spcAft>
              <a:buSzPts val="1800"/>
              <a:buChar char="‒"/>
              <a:defRPr sz="2000">
                <a:solidFill>
                  <a:schemeClr val="lt1"/>
                </a:solidFill>
                <a:latin typeface="Calibri"/>
                <a:ea typeface="Calibri"/>
                <a:cs typeface="Calibri"/>
                <a:sym typeface="Calibri"/>
              </a:defRPr>
            </a:lvl3pPr>
            <a:lvl4pPr indent="-342900" lvl="3" marL="1828800" algn="l">
              <a:spcBef>
                <a:spcPts val="6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808" name="Google Shape;808;p38"/>
          <p:cNvGrpSpPr/>
          <p:nvPr/>
        </p:nvGrpSpPr>
        <p:grpSpPr>
          <a:xfrm>
            <a:off x="10271760" y="304437"/>
            <a:ext cx="1470184" cy="161990"/>
            <a:chOff x="1719263" y="3114675"/>
            <a:chExt cx="5705476" cy="628650"/>
          </a:xfrm>
        </p:grpSpPr>
        <p:sp>
          <p:nvSpPr>
            <p:cNvPr id="809" name="Google Shape;809;p38"/>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10" name="Google Shape;810;p38"/>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11" name="Google Shape;811;p38"/>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12" name="Google Shape;812;p38"/>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13" name="Google Shape;813;p38"/>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14" name="Google Shape;814;p38"/>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f chapter (6)" showMasterSp="0">
  <p:cSld name="Title of chapter (6)">
    <p:spTree>
      <p:nvGrpSpPr>
        <p:cNvPr id="815" name="Shape 815"/>
        <p:cNvGrpSpPr/>
        <p:nvPr/>
      </p:nvGrpSpPr>
      <p:grpSpPr>
        <a:xfrm>
          <a:off x="0" y="0"/>
          <a:ext cx="0" cy="0"/>
          <a:chOff x="0" y="0"/>
          <a:chExt cx="0" cy="0"/>
        </a:xfrm>
      </p:grpSpPr>
      <p:sp>
        <p:nvSpPr>
          <p:cNvPr id="816" name="Google Shape;816;p39"/>
          <p:cNvSpPr/>
          <p:nvPr/>
        </p:nvSpPr>
        <p:spPr>
          <a:xfrm flipH="1" rot="10800000">
            <a:off x="1" y="-6285"/>
            <a:ext cx="12191999" cy="6895331"/>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1">
              <a:solidFill>
                <a:schemeClr val="lt1"/>
              </a:solidFill>
              <a:latin typeface="Roboto Light"/>
              <a:ea typeface="Roboto Light"/>
              <a:cs typeface="Roboto Light"/>
              <a:sym typeface="Roboto Light"/>
            </a:endParaRPr>
          </a:p>
        </p:txBody>
      </p:sp>
      <p:grpSp>
        <p:nvGrpSpPr>
          <p:cNvPr id="817" name="Google Shape;817;p39"/>
          <p:cNvGrpSpPr/>
          <p:nvPr/>
        </p:nvGrpSpPr>
        <p:grpSpPr>
          <a:xfrm>
            <a:off x="4241048" y="-752995"/>
            <a:ext cx="8902045" cy="8530134"/>
            <a:chOff x="4241048" y="-752995"/>
            <a:chExt cx="8902045" cy="8530134"/>
          </a:xfrm>
        </p:grpSpPr>
        <p:sp>
          <p:nvSpPr>
            <p:cNvPr id="818" name="Google Shape;818;p39"/>
            <p:cNvSpPr/>
            <p:nvPr/>
          </p:nvSpPr>
          <p:spPr>
            <a:xfrm rot="589588">
              <a:off x="7497140" y="759370"/>
              <a:ext cx="2932116" cy="4217233"/>
            </a:xfrm>
            <a:custGeom>
              <a:rect b="b" l="l" r="r" t="t"/>
              <a:pathLst>
                <a:path extrusionOk="0" h="3188077" w="2216575">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19" name="Google Shape;819;p39"/>
            <p:cNvSpPr/>
            <p:nvPr/>
          </p:nvSpPr>
          <p:spPr>
            <a:xfrm rot="589588">
              <a:off x="7477156" y="-346766"/>
              <a:ext cx="5234181" cy="5509649"/>
            </a:xfrm>
            <a:custGeom>
              <a:rect b="b" l="l" r="r" t="t"/>
              <a:pathLst>
                <a:path extrusionOk="0" h="5509649" w="5234181">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20" name="Google Shape;820;p39"/>
            <p:cNvSpPr/>
            <p:nvPr/>
          </p:nvSpPr>
          <p:spPr>
            <a:xfrm rot="589588">
              <a:off x="4712905" y="1343973"/>
              <a:ext cx="5531840" cy="6005171"/>
            </a:xfrm>
            <a:custGeom>
              <a:rect b="b" l="l" r="r" t="t"/>
              <a:pathLst>
                <a:path extrusionOk="0" h="6005171" w="5531840">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sp>
        <p:nvSpPr>
          <p:cNvPr id="821" name="Google Shape;821;p39"/>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grpSp>
        <p:nvGrpSpPr>
          <p:cNvPr id="822" name="Google Shape;822;p39"/>
          <p:cNvGrpSpPr/>
          <p:nvPr/>
        </p:nvGrpSpPr>
        <p:grpSpPr>
          <a:xfrm rot="5400000">
            <a:off x="-3572540" y="3312041"/>
            <a:ext cx="6815472" cy="233918"/>
            <a:chOff x="0" y="-711770"/>
            <a:chExt cx="4642907" cy="564813"/>
          </a:xfrm>
        </p:grpSpPr>
        <p:grpSp>
          <p:nvGrpSpPr>
            <p:cNvPr id="823" name="Google Shape;823;p39"/>
            <p:cNvGrpSpPr/>
            <p:nvPr/>
          </p:nvGrpSpPr>
          <p:grpSpPr>
            <a:xfrm>
              <a:off x="791421" y="-711770"/>
              <a:ext cx="685800" cy="564813"/>
              <a:chOff x="304800" y="937146"/>
              <a:chExt cx="1624082" cy="286603"/>
            </a:xfrm>
          </p:grpSpPr>
          <p:sp>
            <p:nvSpPr>
              <p:cNvPr id="824" name="Google Shape;824;p39"/>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25" name="Google Shape;825;p39"/>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26" name="Google Shape;826;p39"/>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27" name="Google Shape;827;p39"/>
            <p:cNvGrpSpPr/>
            <p:nvPr/>
          </p:nvGrpSpPr>
          <p:grpSpPr>
            <a:xfrm>
              <a:off x="2374263" y="-711770"/>
              <a:ext cx="685800" cy="564813"/>
              <a:chOff x="304800" y="937146"/>
              <a:chExt cx="1624082" cy="286603"/>
            </a:xfrm>
          </p:grpSpPr>
          <p:sp>
            <p:nvSpPr>
              <p:cNvPr id="828" name="Google Shape;828;p39"/>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29" name="Google Shape;829;p39"/>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30" name="Google Shape;830;p39"/>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31" name="Google Shape;831;p39"/>
            <p:cNvGrpSpPr/>
            <p:nvPr/>
          </p:nvGrpSpPr>
          <p:grpSpPr>
            <a:xfrm>
              <a:off x="1582842" y="-711770"/>
              <a:ext cx="685800" cy="564813"/>
              <a:chOff x="304800" y="937146"/>
              <a:chExt cx="1624082" cy="286603"/>
            </a:xfrm>
          </p:grpSpPr>
          <p:sp>
            <p:nvSpPr>
              <p:cNvPr id="832" name="Google Shape;832;p39"/>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33" name="Google Shape;833;p39"/>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34" name="Google Shape;834;p39"/>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35" name="Google Shape;835;p39"/>
            <p:cNvGrpSpPr/>
            <p:nvPr/>
          </p:nvGrpSpPr>
          <p:grpSpPr>
            <a:xfrm>
              <a:off x="0" y="-711770"/>
              <a:ext cx="685800" cy="564813"/>
              <a:chOff x="304800" y="937146"/>
              <a:chExt cx="1624082" cy="286603"/>
            </a:xfrm>
          </p:grpSpPr>
          <p:sp>
            <p:nvSpPr>
              <p:cNvPr id="836" name="Google Shape;836;p39"/>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37" name="Google Shape;837;p39"/>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38" name="Google Shape;838;p39"/>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39" name="Google Shape;839;p39"/>
            <p:cNvGrpSpPr/>
            <p:nvPr/>
          </p:nvGrpSpPr>
          <p:grpSpPr>
            <a:xfrm>
              <a:off x="3957107" y="-711770"/>
              <a:ext cx="685800" cy="564813"/>
              <a:chOff x="304800" y="937146"/>
              <a:chExt cx="1624082" cy="286603"/>
            </a:xfrm>
          </p:grpSpPr>
          <p:sp>
            <p:nvSpPr>
              <p:cNvPr id="840" name="Google Shape;840;p39"/>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41" name="Google Shape;841;p39"/>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42" name="Google Shape;842;p39"/>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43" name="Google Shape;843;p39"/>
            <p:cNvGrpSpPr/>
            <p:nvPr/>
          </p:nvGrpSpPr>
          <p:grpSpPr>
            <a:xfrm>
              <a:off x="3165684" y="-711770"/>
              <a:ext cx="685800" cy="564813"/>
              <a:chOff x="304800" y="937146"/>
              <a:chExt cx="1624082" cy="286603"/>
            </a:xfrm>
          </p:grpSpPr>
          <p:sp>
            <p:nvSpPr>
              <p:cNvPr id="844" name="Google Shape;844;p39"/>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45" name="Google Shape;845;p39"/>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46" name="Google Shape;846;p39"/>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grpSp>
        <p:nvGrpSpPr>
          <p:cNvPr id="847" name="Google Shape;847;p39"/>
          <p:cNvGrpSpPr/>
          <p:nvPr/>
        </p:nvGrpSpPr>
        <p:grpSpPr>
          <a:xfrm>
            <a:off x="-1" y="800084"/>
            <a:ext cx="9108000" cy="5412870"/>
            <a:chOff x="-2" y="490062"/>
            <a:chExt cx="8550733" cy="5081687"/>
          </a:xfrm>
        </p:grpSpPr>
        <p:sp>
          <p:nvSpPr>
            <p:cNvPr id="848" name="Google Shape;848;p39"/>
            <p:cNvSpPr/>
            <p:nvPr/>
          </p:nvSpPr>
          <p:spPr>
            <a:xfrm>
              <a:off x="1" y="5083105"/>
              <a:ext cx="610077" cy="488643"/>
            </a:xfrm>
            <a:custGeom>
              <a:rect b="b" l="l" r="r" t="t"/>
              <a:pathLst>
                <a:path extrusionOk="0" h="452715" w="525341">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49" name="Google Shape;849;p39"/>
            <p:cNvSpPr/>
            <p:nvPr/>
          </p:nvSpPr>
          <p:spPr>
            <a:xfrm rot="5400000">
              <a:off x="1941026" y="-1450966"/>
              <a:ext cx="4668678" cy="8550733"/>
            </a:xfrm>
            <a:prstGeom prst="round2SameRect">
              <a:avLst>
                <a:gd fmla="val 4063" name="adj1"/>
                <a:gd fmla="val 0" name="adj2"/>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2400">
                <a:solidFill>
                  <a:srgbClr val="000000"/>
                </a:solidFill>
                <a:latin typeface="Geom"/>
                <a:ea typeface="Geom"/>
                <a:cs typeface="Geom"/>
                <a:sym typeface="Geom"/>
              </a:endParaRPr>
            </a:p>
          </p:txBody>
        </p:sp>
      </p:grpSp>
      <p:sp>
        <p:nvSpPr>
          <p:cNvPr id="850" name="Google Shape;850;p39"/>
          <p:cNvSpPr txBox="1"/>
          <p:nvPr>
            <p:ph idx="1" type="body"/>
          </p:nvPr>
        </p:nvSpPr>
        <p:spPr>
          <a:xfrm>
            <a:off x="555822" y="1430162"/>
            <a:ext cx="7832528" cy="3765711"/>
          </a:xfrm>
          <a:prstGeom prst="rect">
            <a:avLst/>
          </a:prstGeom>
          <a:noFill/>
          <a:ln>
            <a:noFill/>
          </a:ln>
        </p:spPr>
        <p:txBody>
          <a:bodyPr anchorCtr="0" anchor="ctr" bIns="0" lIns="0" spcFirstLastPara="1" rIns="0" wrap="square" tIns="0">
            <a:noAutofit/>
          </a:bodyPr>
          <a:lstStyle>
            <a:lvl1pPr indent="-228600" lvl="0" marL="457200" algn="l">
              <a:lnSpc>
                <a:spcPct val="95000"/>
              </a:lnSpc>
              <a:spcBef>
                <a:spcPts val="0"/>
              </a:spcBef>
              <a:spcAft>
                <a:spcPts val="0"/>
              </a:spcAft>
              <a:buClr>
                <a:schemeClr val="accent1"/>
              </a:buClr>
              <a:buSzPts val="4400"/>
              <a:buNone/>
              <a:defRPr sz="4400">
                <a:solidFill>
                  <a:schemeClr val="lt1"/>
                </a:solidFill>
                <a:latin typeface="Roboto Medium"/>
                <a:ea typeface="Roboto Medium"/>
                <a:cs typeface="Roboto Medium"/>
                <a:sym typeface="Roboto Medium"/>
              </a:defRPr>
            </a:lvl1pPr>
            <a:lvl2pPr indent="-342900" lvl="1" marL="914400" algn="l">
              <a:lnSpc>
                <a:spcPct val="95000"/>
              </a:lnSpc>
              <a:spcBef>
                <a:spcPts val="800"/>
              </a:spcBef>
              <a:spcAft>
                <a:spcPts val="0"/>
              </a:spcAft>
              <a:buClr>
                <a:schemeClr val="accent1"/>
              </a:buClr>
              <a:buSzPts val="1800"/>
              <a:buChar char="→"/>
              <a:defRPr sz="2000">
                <a:solidFill>
                  <a:schemeClr val="lt1"/>
                </a:solidFill>
                <a:latin typeface="Calibri"/>
                <a:ea typeface="Calibri"/>
                <a:cs typeface="Calibri"/>
                <a:sym typeface="Calibri"/>
              </a:defRPr>
            </a:lvl2pPr>
            <a:lvl3pPr indent="-342900" lvl="2" marL="1371600" algn="l">
              <a:lnSpc>
                <a:spcPct val="95000"/>
              </a:lnSpc>
              <a:spcBef>
                <a:spcPts val="600"/>
              </a:spcBef>
              <a:spcAft>
                <a:spcPts val="0"/>
              </a:spcAft>
              <a:buSzPts val="1800"/>
              <a:buChar char="‒"/>
              <a:defRPr sz="2000">
                <a:solidFill>
                  <a:schemeClr val="lt1"/>
                </a:solidFill>
                <a:latin typeface="Calibri"/>
                <a:ea typeface="Calibri"/>
                <a:cs typeface="Calibri"/>
                <a:sym typeface="Calibri"/>
              </a:defRPr>
            </a:lvl3pPr>
            <a:lvl4pPr indent="-342900" lvl="3" marL="1828800" algn="l">
              <a:spcBef>
                <a:spcPts val="6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851" name="Google Shape;851;p39"/>
          <p:cNvGrpSpPr/>
          <p:nvPr/>
        </p:nvGrpSpPr>
        <p:grpSpPr>
          <a:xfrm>
            <a:off x="10271760" y="304437"/>
            <a:ext cx="1470184" cy="161990"/>
            <a:chOff x="1719263" y="3114675"/>
            <a:chExt cx="5705476" cy="628650"/>
          </a:xfrm>
        </p:grpSpPr>
        <p:sp>
          <p:nvSpPr>
            <p:cNvPr id="852" name="Google Shape;852;p39"/>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53" name="Google Shape;853;p39"/>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54" name="Google Shape;854;p39"/>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55" name="Google Shape;855;p39"/>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56" name="Google Shape;856;p39"/>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57" name="Google Shape;857;p39"/>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f chapter (7)" showMasterSp="0">
  <p:cSld name="Title of chapter (7)">
    <p:spTree>
      <p:nvGrpSpPr>
        <p:cNvPr id="858" name="Shape 858"/>
        <p:cNvGrpSpPr/>
        <p:nvPr/>
      </p:nvGrpSpPr>
      <p:grpSpPr>
        <a:xfrm>
          <a:off x="0" y="0"/>
          <a:ext cx="0" cy="0"/>
          <a:chOff x="0" y="0"/>
          <a:chExt cx="0" cy="0"/>
        </a:xfrm>
      </p:grpSpPr>
      <p:sp>
        <p:nvSpPr>
          <p:cNvPr id="859" name="Google Shape;859;p40"/>
          <p:cNvSpPr/>
          <p:nvPr/>
        </p:nvSpPr>
        <p:spPr>
          <a:xfrm flipH="1" rot="10800000">
            <a:off x="1" y="-6285"/>
            <a:ext cx="12191999" cy="6895331"/>
          </a:xfrm>
          <a:prstGeom prst="rect">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1">
              <a:solidFill>
                <a:schemeClr val="lt1"/>
              </a:solidFill>
              <a:latin typeface="Roboto Light"/>
              <a:ea typeface="Roboto Light"/>
              <a:cs typeface="Roboto Light"/>
              <a:sym typeface="Roboto Light"/>
            </a:endParaRPr>
          </a:p>
        </p:txBody>
      </p:sp>
      <p:grpSp>
        <p:nvGrpSpPr>
          <p:cNvPr id="860" name="Google Shape;860;p40"/>
          <p:cNvGrpSpPr/>
          <p:nvPr/>
        </p:nvGrpSpPr>
        <p:grpSpPr>
          <a:xfrm>
            <a:off x="4241048" y="-752995"/>
            <a:ext cx="8902045" cy="8530134"/>
            <a:chOff x="4241048" y="-752995"/>
            <a:chExt cx="8902045" cy="8530134"/>
          </a:xfrm>
        </p:grpSpPr>
        <p:sp>
          <p:nvSpPr>
            <p:cNvPr id="861" name="Google Shape;861;p40"/>
            <p:cNvSpPr/>
            <p:nvPr/>
          </p:nvSpPr>
          <p:spPr>
            <a:xfrm rot="589588">
              <a:off x="7497140" y="759370"/>
              <a:ext cx="2932116" cy="4217233"/>
            </a:xfrm>
            <a:custGeom>
              <a:rect b="b" l="l" r="r" t="t"/>
              <a:pathLst>
                <a:path extrusionOk="0" h="3188077" w="2216575">
                  <a:moveTo>
                    <a:pt x="1713066" y="2111"/>
                  </a:moveTo>
                  <a:cubicBezTo>
                    <a:pt x="1813690" y="-12030"/>
                    <a:pt x="1913753" y="45890"/>
                    <a:pt x="1949114" y="145368"/>
                  </a:cubicBezTo>
                  <a:cubicBezTo>
                    <a:pt x="1955139" y="162339"/>
                    <a:pt x="1959058" y="179983"/>
                    <a:pt x="1960752" y="197911"/>
                  </a:cubicBezTo>
                  <a:lnTo>
                    <a:pt x="2216575" y="3188076"/>
                  </a:lnTo>
                  <a:lnTo>
                    <a:pt x="1044982" y="3188077"/>
                  </a:lnTo>
                  <a:cubicBezTo>
                    <a:pt x="896034" y="3180636"/>
                    <a:pt x="824760" y="3109906"/>
                    <a:pt x="788007" y="2998902"/>
                  </a:cubicBezTo>
                  <a:lnTo>
                    <a:pt x="0" y="617051"/>
                  </a:lnTo>
                  <a:lnTo>
                    <a:pt x="1670094" y="12673"/>
                  </a:lnTo>
                  <a:cubicBezTo>
                    <a:pt x="1684305" y="7622"/>
                    <a:pt x="1698691" y="4131"/>
                    <a:pt x="1713066" y="2111"/>
                  </a:cubicBezTo>
                  <a:close/>
                </a:path>
              </a:pathLst>
            </a:cu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62" name="Google Shape;862;p40"/>
            <p:cNvSpPr/>
            <p:nvPr/>
          </p:nvSpPr>
          <p:spPr>
            <a:xfrm rot="589588">
              <a:off x="7477156" y="-346766"/>
              <a:ext cx="5234181" cy="5509649"/>
            </a:xfrm>
            <a:custGeom>
              <a:rect b="b" l="l" r="r" t="t"/>
              <a:pathLst>
                <a:path extrusionOk="0" h="5509649" w="5234181">
                  <a:moveTo>
                    <a:pt x="4284395" y="0"/>
                  </a:moveTo>
                  <a:lnTo>
                    <a:pt x="5234181" y="5483577"/>
                  </a:lnTo>
                  <a:lnTo>
                    <a:pt x="5223577" y="5489305"/>
                  </a:lnTo>
                  <a:cubicBezTo>
                    <a:pt x="5190165" y="5500843"/>
                    <a:pt x="5153313" y="5507656"/>
                    <a:pt x="5112781" y="5509649"/>
                  </a:cubicBezTo>
                  <a:lnTo>
                    <a:pt x="3047188" y="5509649"/>
                  </a:lnTo>
                  <a:lnTo>
                    <a:pt x="2708782" y="1554217"/>
                  </a:lnTo>
                  <a:cubicBezTo>
                    <a:pt x="2706541" y="1530502"/>
                    <a:pt x="2701357" y="1507162"/>
                    <a:pt x="2693387" y="1484713"/>
                  </a:cubicBezTo>
                  <a:cubicBezTo>
                    <a:pt x="2639928" y="1334323"/>
                    <a:pt x="2474681" y="1255735"/>
                    <a:pt x="2324295" y="1309182"/>
                  </a:cubicBezTo>
                  <a:lnTo>
                    <a:pt x="115071" y="2108662"/>
                  </a:lnTo>
                  <a:lnTo>
                    <a:pt x="13523" y="1801721"/>
                  </a:lnTo>
                  <a:lnTo>
                    <a:pt x="13935" y="1801550"/>
                  </a:lnTo>
                  <a:cubicBezTo>
                    <a:pt x="-17272" y="1684288"/>
                    <a:pt x="-2811" y="1546730"/>
                    <a:pt x="127338" y="1440631"/>
                  </a:cubicBezTo>
                  <a:lnTo>
                    <a:pt x="1426264" y="495045"/>
                  </a:lnTo>
                  <a:close/>
                </a:path>
              </a:pathLst>
            </a:cu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63" name="Google Shape;863;p40"/>
            <p:cNvSpPr/>
            <p:nvPr/>
          </p:nvSpPr>
          <p:spPr>
            <a:xfrm rot="589588">
              <a:off x="4712905" y="1343973"/>
              <a:ext cx="5531840" cy="6005171"/>
            </a:xfrm>
            <a:custGeom>
              <a:rect b="b" l="l" r="r" t="t"/>
              <a:pathLst>
                <a:path extrusionOk="0" h="6005171" w="5531840">
                  <a:moveTo>
                    <a:pt x="2510117" y="0"/>
                  </a:moveTo>
                  <a:lnTo>
                    <a:pt x="3552504" y="3150745"/>
                  </a:lnTo>
                  <a:cubicBezTo>
                    <a:pt x="3601122" y="3297583"/>
                    <a:pt x="3695404" y="3391146"/>
                    <a:pt x="3892434" y="3400989"/>
                  </a:cubicBezTo>
                  <a:lnTo>
                    <a:pt x="5442234" y="3400988"/>
                  </a:lnTo>
                  <a:lnTo>
                    <a:pt x="5530841" y="4436681"/>
                  </a:lnTo>
                  <a:cubicBezTo>
                    <a:pt x="5541601" y="4566210"/>
                    <a:pt x="5464596" y="4686968"/>
                    <a:pt x="5342608" y="4731845"/>
                  </a:cubicBezTo>
                  <a:lnTo>
                    <a:pt x="3113750" y="5538429"/>
                  </a:lnTo>
                  <a:lnTo>
                    <a:pt x="419023" y="6005171"/>
                  </a:lnTo>
                  <a:lnTo>
                    <a:pt x="1000" y="1135055"/>
                  </a:lnTo>
                  <a:cubicBezTo>
                    <a:pt x="-9789" y="1005266"/>
                    <a:pt x="67568" y="884300"/>
                    <a:pt x="189910" y="839643"/>
                  </a:cubicBezTo>
                  <a:close/>
                </a:path>
              </a:pathLst>
            </a:cu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sp>
        <p:nvSpPr>
          <p:cNvPr id="864" name="Google Shape;864;p40"/>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200">
                <a:solidFill>
                  <a:schemeClr val="dk1"/>
                </a:solidFill>
                <a:latin typeface="Roboto Light"/>
                <a:ea typeface="Roboto Light"/>
                <a:cs typeface="Roboto Light"/>
                <a:sym typeface="Roboto Light"/>
              </a:defRPr>
            </a:lvl1pPr>
            <a:lvl2pPr indent="0" lvl="1" marL="0" algn="r">
              <a:spcBef>
                <a:spcPts val="0"/>
              </a:spcBef>
              <a:buNone/>
              <a:defRPr sz="1200">
                <a:solidFill>
                  <a:schemeClr val="dk1"/>
                </a:solidFill>
                <a:latin typeface="Roboto Light"/>
                <a:ea typeface="Roboto Light"/>
                <a:cs typeface="Roboto Light"/>
                <a:sym typeface="Roboto Light"/>
              </a:defRPr>
            </a:lvl2pPr>
            <a:lvl3pPr indent="0" lvl="2" marL="0" algn="r">
              <a:spcBef>
                <a:spcPts val="0"/>
              </a:spcBef>
              <a:buNone/>
              <a:defRPr sz="1200">
                <a:solidFill>
                  <a:schemeClr val="dk1"/>
                </a:solidFill>
                <a:latin typeface="Roboto Light"/>
                <a:ea typeface="Roboto Light"/>
                <a:cs typeface="Roboto Light"/>
                <a:sym typeface="Roboto Light"/>
              </a:defRPr>
            </a:lvl3pPr>
            <a:lvl4pPr indent="0" lvl="3" marL="0" algn="r">
              <a:spcBef>
                <a:spcPts val="0"/>
              </a:spcBef>
              <a:buNone/>
              <a:defRPr sz="1200">
                <a:solidFill>
                  <a:schemeClr val="dk1"/>
                </a:solidFill>
                <a:latin typeface="Roboto Light"/>
                <a:ea typeface="Roboto Light"/>
                <a:cs typeface="Roboto Light"/>
                <a:sym typeface="Roboto Light"/>
              </a:defRPr>
            </a:lvl4pPr>
            <a:lvl5pPr indent="0" lvl="4" marL="0" algn="r">
              <a:spcBef>
                <a:spcPts val="0"/>
              </a:spcBef>
              <a:buNone/>
              <a:defRPr sz="1200">
                <a:solidFill>
                  <a:schemeClr val="dk1"/>
                </a:solidFill>
                <a:latin typeface="Roboto Light"/>
                <a:ea typeface="Roboto Light"/>
                <a:cs typeface="Roboto Light"/>
                <a:sym typeface="Roboto Light"/>
              </a:defRPr>
            </a:lvl5pPr>
            <a:lvl6pPr indent="0" lvl="5" marL="0" algn="r">
              <a:spcBef>
                <a:spcPts val="0"/>
              </a:spcBef>
              <a:buNone/>
              <a:defRPr sz="1200">
                <a:solidFill>
                  <a:schemeClr val="dk1"/>
                </a:solidFill>
                <a:latin typeface="Roboto Light"/>
                <a:ea typeface="Roboto Light"/>
                <a:cs typeface="Roboto Light"/>
                <a:sym typeface="Roboto Light"/>
              </a:defRPr>
            </a:lvl6pPr>
            <a:lvl7pPr indent="0" lvl="6" marL="0" algn="r">
              <a:spcBef>
                <a:spcPts val="0"/>
              </a:spcBef>
              <a:buNone/>
              <a:defRPr sz="1200">
                <a:solidFill>
                  <a:schemeClr val="dk1"/>
                </a:solidFill>
                <a:latin typeface="Roboto Light"/>
                <a:ea typeface="Roboto Light"/>
                <a:cs typeface="Roboto Light"/>
                <a:sym typeface="Roboto Light"/>
              </a:defRPr>
            </a:lvl7pPr>
            <a:lvl8pPr indent="0" lvl="7" marL="0" algn="r">
              <a:spcBef>
                <a:spcPts val="0"/>
              </a:spcBef>
              <a:buNone/>
              <a:defRPr sz="1200">
                <a:solidFill>
                  <a:schemeClr val="dk1"/>
                </a:solidFill>
                <a:latin typeface="Roboto Light"/>
                <a:ea typeface="Roboto Light"/>
                <a:cs typeface="Roboto Light"/>
                <a:sym typeface="Roboto Light"/>
              </a:defRPr>
            </a:lvl8pPr>
            <a:lvl9pPr indent="0" lvl="8" marL="0" algn="r">
              <a:spcBef>
                <a:spcPts val="0"/>
              </a:spcBef>
              <a:buNone/>
              <a:defRPr sz="1200">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grpSp>
        <p:nvGrpSpPr>
          <p:cNvPr id="865" name="Google Shape;865;p40"/>
          <p:cNvGrpSpPr/>
          <p:nvPr/>
        </p:nvGrpSpPr>
        <p:grpSpPr>
          <a:xfrm rot="5400000">
            <a:off x="-3572540" y="3312041"/>
            <a:ext cx="6815472" cy="233918"/>
            <a:chOff x="0" y="-711770"/>
            <a:chExt cx="4642907" cy="564813"/>
          </a:xfrm>
        </p:grpSpPr>
        <p:grpSp>
          <p:nvGrpSpPr>
            <p:cNvPr id="866" name="Google Shape;866;p40"/>
            <p:cNvGrpSpPr/>
            <p:nvPr/>
          </p:nvGrpSpPr>
          <p:grpSpPr>
            <a:xfrm>
              <a:off x="791421" y="-711770"/>
              <a:ext cx="685800" cy="564813"/>
              <a:chOff x="304800" y="937146"/>
              <a:chExt cx="1624082" cy="286603"/>
            </a:xfrm>
          </p:grpSpPr>
          <p:sp>
            <p:nvSpPr>
              <p:cNvPr id="867" name="Google Shape;867;p40"/>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68" name="Google Shape;868;p40"/>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69" name="Google Shape;869;p40"/>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70" name="Google Shape;870;p40"/>
            <p:cNvGrpSpPr/>
            <p:nvPr/>
          </p:nvGrpSpPr>
          <p:grpSpPr>
            <a:xfrm>
              <a:off x="2374263" y="-711770"/>
              <a:ext cx="685800" cy="564813"/>
              <a:chOff x="304800" y="937146"/>
              <a:chExt cx="1624082" cy="286603"/>
            </a:xfrm>
          </p:grpSpPr>
          <p:sp>
            <p:nvSpPr>
              <p:cNvPr id="871" name="Google Shape;871;p40"/>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72" name="Google Shape;872;p40"/>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73" name="Google Shape;873;p40"/>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74" name="Google Shape;874;p40"/>
            <p:cNvGrpSpPr/>
            <p:nvPr/>
          </p:nvGrpSpPr>
          <p:grpSpPr>
            <a:xfrm>
              <a:off x="1582842" y="-711770"/>
              <a:ext cx="685800" cy="564813"/>
              <a:chOff x="304800" y="937146"/>
              <a:chExt cx="1624082" cy="286603"/>
            </a:xfrm>
          </p:grpSpPr>
          <p:sp>
            <p:nvSpPr>
              <p:cNvPr id="875" name="Google Shape;875;p40"/>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76" name="Google Shape;876;p40"/>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77" name="Google Shape;877;p40"/>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78" name="Google Shape;878;p40"/>
            <p:cNvGrpSpPr/>
            <p:nvPr/>
          </p:nvGrpSpPr>
          <p:grpSpPr>
            <a:xfrm>
              <a:off x="0" y="-711770"/>
              <a:ext cx="685800" cy="564813"/>
              <a:chOff x="304800" y="937146"/>
              <a:chExt cx="1624082" cy="286603"/>
            </a:xfrm>
          </p:grpSpPr>
          <p:sp>
            <p:nvSpPr>
              <p:cNvPr id="879" name="Google Shape;879;p40"/>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80" name="Google Shape;880;p40"/>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81" name="Google Shape;881;p40"/>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82" name="Google Shape;882;p40"/>
            <p:cNvGrpSpPr/>
            <p:nvPr/>
          </p:nvGrpSpPr>
          <p:grpSpPr>
            <a:xfrm>
              <a:off x="3957107" y="-711770"/>
              <a:ext cx="685800" cy="564813"/>
              <a:chOff x="304800" y="937146"/>
              <a:chExt cx="1624082" cy="286603"/>
            </a:xfrm>
          </p:grpSpPr>
          <p:sp>
            <p:nvSpPr>
              <p:cNvPr id="883" name="Google Shape;883;p40"/>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84" name="Google Shape;884;p40"/>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85" name="Google Shape;885;p40"/>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886" name="Google Shape;886;p40"/>
            <p:cNvGrpSpPr/>
            <p:nvPr/>
          </p:nvGrpSpPr>
          <p:grpSpPr>
            <a:xfrm>
              <a:off x="3165684" y="-711770"/>
              <a:ext cx="685800" cy="564813"/>
              <a:chOff x="304800" y="937146"/>
              <a:chExt cx="1624082" cy="286603"/>
            </a:xfrm>
          </p:grpSpPr>
          <p:sp>
            <p:nvSpPr>
              <p:cNvPr id="887" name="Google Shape;887;p40"/>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88" name="Google Shape;888;p40"/>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89" name="Google Shape;889;p40"/>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grpSp>
        <p:nvGrpSpPr>
          <p:cNvPr id="890" name="Google Shape;890;p40"/>
          <p:cNvGrpSpPr/>
          <p:nvPr/>
        </p:nvGrpSpPr>
        <p:grpSpPr>
          <a:xfrm>
            <a:off x="-1" y="800084"/>
            <a:ext cx="9108000" cy="5412870"/>
            <a:chOff x="-2" y="490062"/>
            <a:chExt cx="8550733" cy="5081687"/>
          </a:xfrm>
        </p:grpSpPr>
        <p:sp>
          <p:nvSpPr>
            <p:cNvPr id="891" name="Google Shape;891;p40"/>
            <p:cNvSpPr/>
            <p:nvPr/>
          </p:nvSpPr>
          <p:spPr>
            <a:xfrm>
              <a:off x="1" y="5083105"/>
              <a:ext cx="610077" cy="488643"/>
            </a:xfrm>
            <a:custGeom>
              <a:rect b="b" l="l" r="r" t="t"/>
              <a:pathLst>
                <a:path extrusionOk="0" h="452715" w="525341">
                  <a:moveTo>
                    <a:pt x="0" y="0"/>
                  </a:moveTo>
                  <a:lnTo>
                    <a:pt x="525341" y="0"/>
                  </a:lnTo>
                  <a:lnTo>
                    <a:pt x="254077" y="356389"/>
                  </a:lnTo>
                  <a:cubicBezTo>
                    <a:pt x="208715" y="421393"/>
                    <a:pt x="158216" y="451319"/>
                    <a:pt x="60028" y="452715"/>
                  </a:cubicBezTo>
                  <a:lnTo>
                    <a:pt x="0" y="452715"/>
                  </a:lnTo>
                  <a:close/>
                </a:path>
              </a:pathLst>
            </a:custGeom>
            <a:solidFill>
              <a:srgbClr val="0000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892" name="Google Shape;892;p40"/>
            <p:cNvSpPr/>
            <p:nvPr/>
          </p:nvSpPr>
          <p:spPr>
            <a:xfrm rot="5400000">
              <a:off x="1941026" y="-1450966"/>
              <a:ext cx="4668678" cy="8550733"/>
            </a:xfrm>
            <a:prstGeom prst="round2SameRect">
              <a:avLst>
                <a:gd fmla="val 4063" name="adj1"/>
                <a:gd fmla="val 0" name="adj2"/>
              </a:avLst>
            </a:prstGeom>
            <a:solidFill>
              <a:srgbClr val="000000"/>
            </a:solidFill>
            <a:ln>
              <a:noFill/>
            </a:ln>
          </p:spPr>
          <p:txBody>
            <a:bodyPr anchorCtr="0" anchor="ctr" bIns="0" lIns="0" spcFirstLastPara="1" rIns="0" wrap="square" tIns="0">
              <a:noAutofit/>
            </a:bodyPr>
            <a:lstStyle/>
            <a:p>
              <a:pPr indent="0" lvl="0" marL="0" marR="0" rtl="0" algn="l">
                <a:spcBef>
                  <a:spcPts val="0"/>
                </a:spcBef>
                <a:spcAft>
                  <a:spcPts val="0"/>
                </a:spcAft>
                <a:buNone/>
              </a:pPr>
              <a:r>
                <a:t/>
              </a:r>
              <a:endParaRPr sz="2400">
                <a:solidFill>
                  <a:srgbClr val="000000"/>
                </a:solidFill>
                <a:latin typeface="Geom"/>
                <a:ea typeface="Geom"/>
                <a:cs typeface="Geom"/>
                <a:sym typeface="Geom"/>
              </a:endParaRPr>
            </a:p>
          </p:txBody>
        </p:sp>
      </p:grpSp>
      <p:sp>
        <p:nvSpPr>
          <p:cNvPr id="893" name="Google Shape;893;p40"/>
          <p:cNvSpPr txBox="1"/>
          <p:nvPr>
            <p:ph idx="1" type="body"/>
          </p:nvPr>
        </p:nvSpPr>
        <p:spPr>
          <a:xfrm>
            <a:off x="555822" y="1430162"/>
            <a:ext cx="7832528" cy="3765711"/>
          </a:xfrm>
          <a:prstGeom prst="rect">
            <a:avLst/>
          </a:prstGeom>
          <a:noFill/>
          <a:ln>
            <a:noFill/>
          </a:ln>
        </p:spPr>
        <p:txBody>
          <a:bodyPr anchorCtr="0" anchor="ctr" bIns="0" lIns="0" spcFirstLastPara="1" rIns="0" wrap="square" tIns="0">
            <a:noAutofit/>
          </a:bodyPr>
          <a:lstStyle>
            <a:lvl1pPr indent="-228600" lvl="0" marL="457200" algn="l">
              <a:lnSpc>
                <a:spcPct val="95000"/>
              </a:lnSpc>
              <a:spcBef>
                <a:spcPts val="0"/>
              </a:spcBef>
              <a:spcAft>
                <a:spcPts val="0"/>
              </a:spcAft>
              <a:buClr>
                <a:schemeClr val="accent1"/>
              </a:buClr>
              <a:buSzPts val="4400"/>
              <a:buNone/>
              <a:defRPr sz="4400">
                <a:solidFill>
                  <a:schemeClr val="lt1"/>
                </a:solidFill>
                <a:latin typeface="Roboto Medium"/>
                <a:ea typeface="Roboto Medium"/>
                <a:cs typeface="Roboto Medium"/>
                <a:sym typeface="Roboto Medium"/>
              </a:defRPr>
            </a:lvl1pPr>
            <a:lvl2pPr indent="-342900" lvl="1" marL="914400" algn="l">
              <a:lnSpc>
                <a:spcPct val="95000"/>
              </a:lnSpc>
              <a:spcBef>
                <a:spcPts val="800"/>
              </a:spcBef>
              <a:spcAft>
                <a:spcPts val="0"/>
              </a:spcAft>
              <a:buClr>
                <a:schemeClr val="accent1"/>
              </a:buClr>
              <a:buSzPts val="1800"/>
              <a:buChar char="→"/>
              <a:defRPr sz="2000">
                <a:solidFill>
                  <a:schemeClr val="lt1"/>
                </a:solidFill>
                <a:latin typeface="Calibri"/>
                <a:ea typeface="Calibri"/>
                <a:cs typeface="Calibri"/>
                <a:sym typeface="Calibri"/>
              </a:defRPr>
            </a:lvl2pPr>
            <a:lvl3pPr indent="-342900" lvl="2" marL="1371600" algn="l">
              <a:lnSpc>
                <a:spcPct val="95000"/>
              </a:lnSpc>
              <a:spcBef>
                <a:spcPts val="600"/>
              </a:spcBef>
              <a:spcAft>
                <a:spcPts val="0"/>
              </a:spcAft>
              <a:buSzPts val="1800"/>
              <a:buChar char="‒"/>
              <a:defRPr sz="2000">
                <a:solidFill>
                  <a:schemeClr val="lt1"/>
                </a:solidFill>
                <a:latin typeface="Calibri"/>
                <a:ea typeface="Calibri"/>
                <a:cs typeface="Calibri"/>
                <a:sym typeface="Calibri"/>
              </a:defRPr>
            </a:lvl3pPr>
            <a:lvl4pPr indent="-342900" lvl="3" marL="1828800" algn="l">
              <a:spcBef>
                <a:spcPts val="60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894" name="Google Shape;894;p40"/>
          <p:cNvGrpSpPr/>
          <p:nvPr/>
        </p:nvGrpSpPr>
        <p:grpSpPr>
          <a:xfrm>
            <a:off x="10271760" y="304437"/>
            <a:ext cx="1470184" cy="161990"/>
            <a:chOff x="1719263" y="3114675"/>
            <a:chExt cx="5705476" cy="628650"/>
          </a:xfrm>
        </p:grpSpPr>
        <p:sp>
          <p:nvSpPr>
            <p:cNvPr id="895" name="Google Shape;895;p40"/>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96" name="Google Shape;896;p40"/>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97" name="Google Shape;897;p40"/>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98" name="Google Shape;898;p40"/>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899" name="Google Shape;899;p40"/>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900" name="Google Shape;900;p40"/>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with the slogan (blue)" showMasterSp="0">
  <p:cSld name="2_Slide with the slogan (blue)">
    <p:bg>
      <p:bgPr>
        <a:solidFill>
          <a:schemeClr val="accent1"/>
        </a:solidFill>
      </p:bgPr>
    </p:bg>
    <p:spTree>
      <p:nvGrpSpPr>
        <p:cNvPr id="901" name="Shape 901"/>
        <p:cNvGrpSpPr/>
        <p:nvPr/>
      </p:nvGrpSpPr>
      <p:grpSpPr>
        <a:xfrm>
          <a:off x="0" y="0"/>
          <a:ext cx="0" cy="0"/>
          <a:chOff x="0" y="0"/>
          <a:chExt cx="0" cy="0"/>
        </a:xfrm>
      </p:grpSpPr>
      <p:sp>
        <p:nvSpPr>
          <p:cNvPr id="902" name="Google Shape;902;p41"/>
          <p:cNvSpPr/>
          <p:nvPr/>
        </p:nvSpPr>
        <p:spPr>
          <a:xfrm>
            <a:off x="-18186" y="0"/>
            <a:ext cx="12192000" cy="6858000"/>
          </a:xfrm>
          <a:prstGeom prst="rect">
            <a:avLst/>
          </a:prstGeom>
          <a:solidFill>
            <a:schemeClr val="accent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sp>
        <p:nvSpPr>
          <p:cNvPr id="903" name="Google Shape;903;p41"/>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pic>
        <p:nvPicPr>
          <p:cNvPr id="904" name="Google Shape;904;p41"/>
          <p:cNvPicPr preferRelativeResize="0"/>
          <p:nvPr/>
        </p:nvPicPr>
        <p:blipFill rotWithShape="1">
          <a:blip r:embed="rId2">
            <a:alphaModFix/>
          </a:blip>
          <a:srcRect b="0" l="0" r="0" t="0"/>
          <a:stretch/>
        </p:blipFill>
        <p:spPr>
          <a:xfrm>
            <a:off x="1099931" y="1243640"/>
            <a:ext cx="8165656" cy="1750237"/>
          </a:xfrm>
          <a:prstGeom prst="rect">
            <a:avLst/>
          </a:prstGeom>
          <a:noFill/>
          <a:ln>
            <a:noFill/>
          </a:ln>
        </p:spPr>
      </p:pic>
      <p:sp>
        <p:nvSpPr>
          <p:cNvPr id="905" name="Google Shape;905;p41"/>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Galvaniho 19</a:t>
            </a:r>
            <a:br>
              <a:rPr lang="en-US" sz="1400">
                <a:solidFill>
                  <a:schemeClr val="lt1"/>
                </a:solidFill>
                <a:latin typeface="Roboto Light"/>
                <a:ea typeface="Roboto Light"/>
                <a:cs typeface="Roboto Light"/>
                <a:sym typeface="Roboto Light"/>
              </a:rPr>
            </a:br>
            <a:r>
              <a:rPr lang="en-US" sz="1400">
                <a:solidFill>
                  <a:schemeClr val="lt1"/>
                </a:solidFill>
                <a:latin typeface="Roboto Light"/>
                <a:ea typeface="Roboto Light"/>
                <a:cs typeface="Roboto Light"/>
                <a:sym typeface="Roboto Light"/>
              </a:rPr>
              <a:t>821 04 Bratislava, Slovak Republic</a:t>
            </a:r>
            <a:endParaRPr/>
          </a:p>
        </p:txBody>
      </p:sp>
      <p:sp>
        <p:nvSpPr>
          <p:cNvPr id="906" name="Google Shape;906;p41"/>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p:txBody>
      </p:sp>
      <p:sp>
        <p:nvSpPr>
          <p:cNvPr id="907" name="Google Shape;907;p41"/>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www.asseco.com/ce</a:t>
            </a:r>
            <a:endParaRPr sz="1400">
              <a:solidFill>
                <a:schemeClr val="lt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908" name="Google Shape;908;p41"/>
          <p:cNvSpPr/>
          <p:nvPr/>
        </p:nvSpPr>
        <p:spPr>
          <a:xfrm>
            <a:off x="1127866" y="4568915"/>
            <a:ext cx="223632" cy="223632"/>
          </a:xfrm>
          <a:prstGeom prst="rect">
            <a:avLst/>
          </a:prstGeom>
          <a:noFill/>
          <a:ln>
            <a:noFill/>
          </a:ln>
        </p:spPr>
      </p:sp>
      <p:sp>
        <p:nvSpPr>
          <p:cNvPr id="909" name="Google Shape;909;p41"/>
          <p:cNvSpPr/>
          <p:nvPr/>
        </p:nvSpPr>
        <p:spPr>
          <a:xfrm>
            <a:off x="7110394" y="4562384"/>
            <a:ext cx="236786" cy="236786"/>
          </a:xfrm>
          <a:prstGeom prst="rect">
            <a:avLst/>
          </a:prstGeom>
          <a:noFill/>
          <a:ln>
            <a:noFill/>
          </a:ln>
        </p:spPr>
      </p:sp>
      <p:sp>
        <p:nvSpPr>
          <p:cNvPr id="910" name="Google Shape;910;p41"/>
          <p:cNvSpPr/>
          <p:nvPr/>
        </p:nvSpPr>
        <p:spPr>
          <a:xfrm>
            <a:off x="4638512" y="4556601"/>
            <a:ext cx="234936" cy="234934"/>
          </a:xfrm>
          <a:prstGeom prst="rect">
            <a:avLst/>
          </a:prstGeom>
          <a:noFill/>
          <a:ln>
            <a:noFill/>
          </a:ln>
        </p:spPr>
      </p:sp>
      <p:sp>
        <p:nvSpPr>
          <p:cNvPr id="911" name="Google Shape;911;p41"/>
          <p:cNvSpPr/>
          <p:nvPr/>
        </p:nvSpPr>
        <p:spPr>
          <a:xfrm>
            <a:off x="4644861" y="4925787"/>
            <a:ext cx="200824" cy="200822"/>
          </a:xfrm>
          <a:prstGeom prst="rect">
            <a:avLst/>
          </a:prstGeom>
          <a:noFill/>
          <a:ln>
            <a:noFill/>
          </a:ln>
        </p:spPr>
      </p:sp>
      <p:sp>
        <p:nvSpPr>
          <p:cNvPr id="912" name="Google Shape;912;p41"/>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turquoise)" showMasterSp="0">
  <p:cSld name="1_Slide with the slogan (turquoise)">
    <p:bg>
      <p:bgPr>
        <a:solidFill>
          <a:schemeClr val="lt2"/>
        </a:solidFill>
      </p:bgPr>
    </p:bg>
    <p:spTree>
      <p:nvGrpSpPr>
        <p:cNvPr id="913" name="Shape 913"/>
        <p:cNvGrpSpPr/>
        <p:nvPr/>
      </p:nvGrpSpPr>
      <p:grpSpPr>
        <a:xfrm>
          <a:off x="0" y="0"/>
          <a:ext cx="0" cy="0"/>
          <a:chOff x="0" y="0"/>
          <a:chExt cx="0" cy="0"/>
        </a:xfrm>
      </p:grpSpPr>
      <p:sp>
        <p:nvSpPr>
          <p:cNvPr id="914" name="Google Shape;914;p42"/>
          <p:cNvSpPr/>
          <p:nvPr/>
        </p:nvSpPr>
        <p:spPr>
          <a:xfrm>
            <a:off x="0" y="0"/>
            <a:ext cx="12192000" cy="6858000"/>
          </a:xfrm>
          <a:prstGeom prst="rect">
            <a:avLst/>
          </a:prstGeom>
          <a:solidFill>
            <a:schemeClr val="lt2"/>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id="915" name="Google Shape;915;p42"/>
          <p:cNvPicPr preferRelativeResize="0"/>
          <p:nvPr/>
        </p:nvPicPr>
        <p:blipFill rotWithShape="1">
          <a:blip r:embed="rId2">
            <a:alphaModFix/>
          </a:blip>
          <a:srcRect b="0" l="0" r="0" t="0"/>
          <a:stretch/>
        </p:blipFill>
        <p:spPr>
          <a:xfrm>
            <a:off x="1099931" y="1243640"/>
            <a:ext cx="8165656" cy="1750237"/>
          </a:xfrm>
          <a:prstGeom prst="rect">
            <a:avLst/>
          </a:prstGeom>
          <a:noFill/>
          <a:ln>
            <a:noFill/>
          </a:ln>
        </p:spPr>
      </p:pic>
      <p:sp>
        <p:nvSpPr>
          <p:cNvPr id="916" name="Google Shape;916;p42"/>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917" name="Google Shape;917;p42"/>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Galvaniho 19</a:t>
            </a:r>
            <a:br>
              <a:rPr lang="en-US" sz="1400">
                <a:solidFill>
                  <a:schemeClr val="dk1"/>
                </a:solidFill>
                <a:latin typeface="Roboto Light"/>
                <a:ea typeface="Roboto Light"/>
                <a:cs typeface="Roboto Light"/>
                <a:sym typeface="Roboto Light"/>
              </a:rPr>
            </a:br>
            <a:r>
              <a:rPr lang="en-US" sz="1400">
                <a:solidFill>
                  <a:schemeClr val="dk1"/>
                </a:solidFill>
                <a:latin typeface="Roboto Light"/>
                <a:ea typeface="Roboto Light"/>
                <a:cs typeface="Roboto Light"/>
                <a:sym typeface="Roboto Light"/>
              </a:rPr>
              <a:t>821 04 Bratislava, Slovak Republic</a:t>
            </a:r>
            <a:endParaRPr/>
          </a:p>
        </p:txBody>
      </p:sp>
      <p:sp>
        <p:nvSpPr>
          <p:cNvPr id="918" name="Google Shape;918;p42"/>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sales@asseco-ce.com</a:t>
            </a:r>
            <a:endParaRPr/>
          </a:p>
        </p:txBody>
      </p:sp>
      <p:sp>
        <p:nvSpPr>
          <p:cNvPr id="919" name="Google Shape;919;p42"/>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Roboto Light"/>
              <a:buNone/>
            </a:pPr>
            <a:r>
              <a:rPr lang="en-US" sz="1400">
                <a:solidFill>
                  <a:schemeClr val="dk1"/>
                </a:solidFill>
                <a:latin typeface="Roboto Light"/>
                <a:ea typeface="Roboto Light"/>
                <a:cs typeface="Roboto Light"/>
                <a:sym typeface="Roboto Light"/>
              </a:rPr>
              <a:t>www.asseco.com/ce</a:t>
            </a:r>
            <a:endParaRPr sz="1400">
              <a:solidFill>
                <a:schemeClr val="dk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linkedin.com/company/asseco-central-europe</a:t>
            </a:r>
            <a:endParaRPr/>
          </a:p>
        </p:txBody>
      </p:sp>
      <p:sp>
        <p:nvSpPr>
          <p:cNvPr id="920" name="Google Shape;920;p42"/>
          <p:cNvSpPr/>
          <p:nvPr/>
        </p:nvSpPr>
        <p:spPr>
          <a:xfrm>
            <a:off x="1127866" y="4568915"/>
            <a:ext cx="223632" cy="223632"/>
          </a:xfrm>
          <a:prstGeom prst="rect">
            <a:avLst/>
          </a:prstGeom>
          <a:noFill/>
          <a:ln>
            <a:noFill/>
          </a:ln>
        </p:spPr>
      </p:sp>
      <p:sp>
        <p:nvSpPr>
          <p:cNvPr id="921" name="Google Shape;921;p42"/>
          <p:cNvSpPr/>
          <p:nvPr/>
        </p:nvSpPr>
        <p:spPr>
          <a:xfrm>
            <a:off x="7110394" y="4562384"/>
            <a:ext cx="236786" cy="236786"/>
          </a:xfrm>
          <a:prstGeom prst="rect">
            <a:avLst/>
          </a:prstGeom>
          <a:noFill/>
          <a:ln>
            <a:noFill/>
          </a:ln>
        </p:spPr>
      </p:sp>
      <p:sp>
        <p:nvSpPr>
          <p:cNvPr id="922" name="Google Shape;922;p42"/>
          <p:cNvSpPr/>
          <p:nvPr/>
        </p:nvSpPr>
        <p:spPr>
          <a:xfrm>
            <a:off x="4638512" y="4556601"/>
            <a:ext cx="234936" cy="234934"/>
          </a:xfrm>
          <a:prstGeom prst="rect">
            <a:avLst/>
          </a:prstGeom>
          <a:noFill/>
          <a:ln>
            <a:noFill/>
          </a:ln>
        </p:spPr>
      </p:sp>
      <p:sp>
        <p:nvSpPr>
          <p:cNvPr id="923" name="Google Shape;923;p42"/>
          <p:cNvSpPr/>
          <p:nvPr/>
        </p:nvSpPr>
        <p:spPr>
          <a:xfrm>
            <a:off x="4644861" y="4925787"/>
            <a:ext cx="200824" cy="200822"/>
          </a:xfrm>
          <a:prstGeom prst="rect">
            <a:avLst/>
          </a:prstGeom>
          <a:noFill/>
          <a:ln>
            <a:noFill/>
          </a:ln>
        </p:spPr>
      </p:sp>
      <p:sp>
        <p:nvSpPr>
          <p:cNvPr id="924" name="Google Shape;924;p42"/>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green)" showMasterSp="0">
  <p:cSld name="1_Slide with the slogan (green)">
    <p:bg>
      <p:bgPr>
        <a:solidFill>
          <a:schemeClr val="lt2"/>
        </a:solidFill>
      </p:bgPr>
    </p:bg>
    <p:spTree>
      <p:nvGrpSpPr>
        <p:cNvPr id="925" name="Shape 925"/>
        <p:cNvGrpSpPr/>
        <p:nvPr/>
      </p:nvGrpSpPr>
      <p:grpSpPr>
        <a:xfrm>
          <a:off x="0" y="0"/>
          <a:ext cx="0" cy="0"/>
          <a:chOff x="0" y="0"/>
          <a:chExt cx="0" cy="0"/>
        </a:xfrm>
      </p:grpSpPr>
      <p:sp>
        <p:nvSpPr>
          <p:cNvPr id="926" name="Google Shape;926;p43"/>
          <p:cNvSpPr/>
          <p:nvPr/>
        </p:nvSpPr>
        <p:spPr>
          <a:xfrm>
            <a:off x="0" y="0"/>
            <a:ext cx="12192000" cy="6858000"/>
          </a:xfrm>
          <a:prstGeom prst="rect">
            <a:avLst/>
          </a:prstGeom>
          <a:solidFill>
            <a:schemeClr val="accent2"/>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id="927" name="Google Shape;927;p43"/>
          <p:cNvPicPr preferRelativeResize="0"/>
          <p:nvPr/>
        </p:nvPicPr>
        <p:blipFill rotWithShape="1">
          <a:blip r:embed="rId2">
            <a:alphaModFix/>
          </a:blip>
          <a:srcRect b="0" l="0" r="0" t="0"/>
          <a:stretch/>
        </p:blipFill>
        <p:spPr>
          <a:xfrm>
            <a:off x="1099931" y="1243640"/>
            <a:ext cx="8165656" cy="1750237"/>
          </a:xfrm>
          <a:prstGeom prst="rect">
            <a:avLst/>
          </a:prstGeom>
          <a:noFill/>
          <a:ln>
            <a:noFill/>
          </a:ln>
        </p:spPr>
      </p:pic>
      <p:sp>
        <p:nvSpPr>
          <p:cNvPr id="928" name="Google Shape;928;p43"/>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929" name="Google Shape;929;p43"/>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Galvaniho 19</a:t>
            </a:r>
            <a:br>
              <a:rPr lang="en-US" sz="1400">
                <a:solidFill>
                  <a:schemeClr val="lt1"/>
                </a:solidFill>
                <a:latin typeface="Roboto Light"/>
                <a:ea typeface="Roboto Light"/>
                <a:cs typeface="Roboto Light"/>
                <a:sym typeface="Roboto Light"/>
              </a:rPr>
            </a:br>
            <a:r>
              <a:rPr lang="en-US" sz="1400">
                <a:solidFill>
                  <a:schemeClr val="lt1"/>
                </a:solidFill>
                <a:latin typeface="Roboto Light"/>
                <a:ea typeface="Roboto Light"/>
                <a:cs typeface="Roboto Light"/>
                <a:sym typeface="Roboto Light"/>
              </a:rPr>
              <a:t>821 04 Bratislava, Slovak Republic</a:t>
            </a:r>
            <a:endParaRPr/>
          </a:p>
        </p:txBody>
      </p:sp>
      <p:sp>
        <p:nvSpPr>
          <p:cNvPr id="930" name="Google Shape;930;p43"/>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p:txBody>
      </p:sp>
      <p:sp>
        <p:nvSpPr>
          <p:cNvPr id="931" name="Google Shape;931;p43"/>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www.asseco.com/ce</a:t>
            </a:r>
            <a:endParaRPr sz="1400">
              <a:solidFill>
                <a:schemeClr val="lt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932" name="Google Shape;932;p43"/>
          <p:cNvSpPr/>
          <p:nvPr/>
        </p:nvSpPr>
        <p:spPr>
          <a:xfrm>
            <a:off x="1127866" y="4568915"/>
            <a:ext cx="223632" cy="223632"/>
          </a:xfrm>
          <a:prstGeom prst="rect">
            <a:avLst/>
          </a:prstGeom>
          <a:noFill/>
          <a:ln>
            <a:noFill/>
          </a:ln>
        </p:spPr>
      </p:sp>
      <p:sp>
        <p:nvSpPr>
          <p:cNvPr id="933" name="Google Shape;933;p43"/>
          <p:cNvSpPr/>
          <p:nvPr/>
        </p:nvSpPr>
        <p:spPr>
          <a:xfrm>
            <a:off x="7110394" y="4562384"/>
            <a:ext cx="236786" cy="236786"/>
          </a:xfrm>
          <a:prstGeom prst="rect">
            <a:avLst/>
          </a:prstGeom>
          <a:noFill/>
          <a:ln>
            <a:noFill/>
          </a:ln>
        </p:spPr>
      </p:sp>
      <p:sp>
        <p:nvSpPr>
          <p:cNvPr id="934" name="Google Shape;934;p43"/>
          <p:cNvSpPr/>
          <p:nvPr/>
        </p:nvSpPr>
        <p:spPr>
          <a:xfrm>
            <a:off x="4638512" y="4556601"/>
            <a:ext cx="234936" cy="234934"/>
          </a:xfrm>
          <a:prstGeom prst="rect">
            <a:avLst/>
          </a:prstGeom>
          <a:noFill/>
          <a:ln>
            <a:noFill/>
          </a:ln>
        </p:spPr>
      </p:sp>
      <p:sp>
        <p:nvSpPr>
          <p:cNvPr id="935" name="Google Shape;935;p43"/>
          <p:cNvSpPr/>
          <p:nvPr/>
        </p:nvSpPr>
        <p:spPr>
          <a:xfrm>
            <a:off x="4644861" y="4925787"/>
            <a:ext cx="200824" cy="200822"/>
          </a:xfrm>
          <a:prstGeom prst="rect">
            <a:avLst/>
          </a:prstGeom>
          <a:noFill/>
          <a:ln>
            <a:noFill/>
          </a:ln>
        </p:spPr>
      </p:sp>
      <p:sp>
        <p:nvSpPr>
          <p:cNvPr id="936" name="Google Shape;936;p43"/>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purple)" showMasterSp="0">
  <p:cSld name="1_Slide with the slogan (purple)">
    <p:bg>
      <p:bgPr>
        <a:solidFill>
          <a:schemeClr val="lt2"/>
        </a:solidFill>
      </p:bgPr>
    </p:bg>
    <p:spTree>
      <p:nvGrpSpPr>
        <p:cNvPr id="937" name="Shape 937"/>
        <p:cNvGrpSpPr/>
        <p:nvPr/>
      </p:nvGrpSpPr>
      <p:grpSpPr>
        <a:xfrm>
          <a:off x="0" y="0"/>
          <a:ext cx="0" cy="0"/>
          <a:chOff x="0" y="0"/>
          <a:chExt cx="0" cy="0"/>
        </a:xfrm>
      </p:grpSpPr>
      <p:sp>
        <p:nvSpPr>
          <p:cNvPr id="938" name="Google Shape;938;p44"/>
          <p:cNvSpPr/>
          <p:nvPr/>
        </p:nvSpPr>
        <p:spPr>
          <a:xfrm>
            <a:off x="0" y="0"/>
            <a:ext cx="12192000" cy="6858000"/>
          </a:xfrm>
          <a:prstGeom prst="rect">
            <a:avLst/>
          </a:prstGeom>
          <a:solidFill>
            <a:schemeClr val="accent3"/>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id="939" name="Google Shape;939;p44"/>
          <p:cNvPicPr preferRelativeResize="0"/>
          <p:nvPr/>
        </p:nvPicPr>
        <p:blipFill rotWithShape="1">
          <a:blip r:embed="rId2">
            <a:alphaModFix/>
          </a:blip>
          <a:srcRect b="0" l="0" r="0" t="0"/>
          <a:stretch/>
        </p:blipFill>
        <p:spPr>
          <a:xfrm>
            <a:off x="1099931" y="1243640"/>
            <a:ext cx="8165656" cy="1750237"/>
          </a:xfrm>
          <a:prstGeom prst="rect">
            <a:avLst/>
          </a:prstGeom>
          <a:noFill/>
          <a:ln>
            <a:noFill/>
          </a:ln>
        </p:spPr>
      </p:pic>
      <p:sp>
        <p:nvSpPr>
          <p:cNvPr id="940" name="Google Shape;940;p44"/>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941" name="Google Shape;941;p44"/>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Galvaniho 19</a:t>
            </a:r>
            <a:br>
              <a:rPr lang="en-US" sz="1400">
                <a:solidFill>
                  <a:schemeClr val="lt1"/>
                </a:solidFill>
                <a:latin typeface="Roboto Light"/>
                <a:ea typeface="Roboto Light"/>
                <a:cs typeface="Roboto Light"/>
                <a:sym typeface="Roboto Light"/>
              </a:rPr>
            </a:br>
            <a:r>
              <a:rPr lang="en-US" sz="1400">
                <a:solidFill>
                  <a:schemeClr val="lt1"/>
                </a:solidFill>
                <a:latin typeface="Roboto Light"/>
                <a:ea typeface="Roboto Light"/>
                <a:cs typeface="Roboto Light"/>
                <a:sym typeface="Roboto Light"/>
              </a:rPr>
              <a:t>821 04 Bratislava, Slovak Republic</a:t>
            </a:r>
            <a:endParaRPr/>
          </a:p>
        </p:txBody>
      </p:sp>
      <p:sp>
        <p:nvSpPr>
          <p:cNvPr id="942" name="Google Shape;942;p44"/>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p:txBody>
      </p:sp>
      <p:sp>
        <p:nvSpPr>
          <p:cNvPr id="943" name="Google Shape;943;p44"/>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www.asseco.com/ce</a:t>
            </a:r>
            <a:endParaRPr sz="1400">
              <a:solidFill>
                <a:schemeClr val="lt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944" name="Google Shape;944;p44"/>
          <p:cNvSpPr/>
          <p:nvPr/>
        </p:nvSpPr>
        <p:spPr>
          <a:xfrm>
            <a:off x="1127866" y="4568915"/>
            <a:ext cx="223632" cy="223632"/>
          </a:xfrm>
          <a:prstGeom prst="rect">
            <a:avLst/>
          </a:prstGeom>
          <a:noFill/>
          <a:ln>
            <a:noFill/>
          </a:ln>
        </p:spPr>
      </p:sp>
      <p:sp>
        <p:nvSpPr>
          <p:cNvPr id="945" name="Google Shape;945;p44"/>
          <p:cNvSpPr/>
          <p:nvPr/>
        </p:nvSpPr>
        <p:spPr>
          <a:xfrm>
            <a:off x="7110394" y="4562384"/>
            <a:ext cx="236786" cy="236786"/>
          </a:xfrm>
          <a:prstGeom prst="rect">
            <a:avLst/>
          </a:prstGeom>
          <a:noFill/>
          <a:ln>
            <a:noFill/>
          </a:ln>
        </p:spPr>
      </p:sp>
      <p:sp>
        <p:nvSpPr>
          <p:cNvPr id="946" name="Google Shape;946;p44"/>
          <p:cNvSpPr/>
          <p:nvPr/>
        </p:nvSpPr>
        <p:spPr>
          <a:xfrm>
            <a:off x="4638512" y="4556601"/>
            <a:ext cx="234936" cy="234934"/>
          </a:xfrm>
          <a:prstGeom prst="rect">
            <a:avLst/>
          </a:prstGeom>
          <a:noFill/>
          <a:ln>
            <a:noFill/>
          </a:ln>
        </p:spPr>
      </p:sp>
      <p:sp>
        <p:nvSpPr>
          <p:cNvPr id="947" name="Google Shape;947;p44"/>
          <p:cNvSpPr/>
          <p:nvPr/>
        </p:nvSpPr>
        <p:spPr>
          <a:xfrm>
            <a:off x="4644861" y="4925787"/>
            <a:ext cx="200824" cy="200822"/>
          </a:xfrm>
          <a:prstGeom prst="rect">
            <a:avLst/>
          </a:prstGeom>
          <a:noFill/>
          <a:ln>
            <a:noFill/>
          </a:ln>
        </p:spPr>
      </p:sp>
      <p:sp>
        <p:nvSpPr>
          <p:cNvPr id="948" name="Google Shape;948;p44"/>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red)" showMasterSp="0">
  <p:cSld name="1_Slide with the slogan (red)">
    <p:bg>
      <p:bgPr>
        <a:solidFill>
          <a:schemeClr val="lt2"/>
        </a:solidFill>
      </p:bgPr>
    </p:bg>
    <p:spTree>
      <p:nvGrpSpPr>
        <p:cNvPr id="949" name="Shape 949"/>
        <p:cNvGrpSpPr/>
        <p:nvPr/>
      </p:nvGrpSpPr>
      <p:grpSpPr>
        <a:xfrm>
          <a:off x="0" y="0"/>
          <a:ext cx="0" cy="0"/>
          <a:chOff x="0" y="0"/>
          <a:chExt cx="0" cy="0"/>
        </a:xfrm>
      </p:grpSpPr>
      <p:sp>
        <p:nvSpPr>
          <p:cNvPr id="950" name="Google Shape;950;p45"/>
          <p:cNvSpPr/>
          <p:nvPr/>
        </p:nvSpPr>
        <p:spPr>
          <a:xfrm>
            <a:off x="0" y="0"/>
            <a:ext cx="12192000" cy="6858000"/>
          </a:xfrm>
          <a:prstGeom prst="rect">
            <a:avLst/>
          </a:prstGeom>
          <a:solidFill>
            <a:schemeClr val="accent5"/>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id="951" name="Google Shape;951;p45"/>
          <p:cNvPicPr preferRelativeResize="0"/>
          <p:nvPr/>
        </p:nvPicPr>
        <p:blipFill rotWithShape="1">
          <a:blip r:embed="rId2">
            <a:alphaModFix/>
          </a:blip>
          <a:srcRect b="0" l="0" r="0" t="0"/>
          <a:stretch/>
        </p:blipFill>
        <p:spPr>
          <a:xfrm>
            <a:off x="1099931" y="1243640"/>
            <a:ext cx="8165656" cy="1750237"/>
          </a:xfrm>
          <a:prstGeom prst="rect">
            <a:avLst/>
          </a:prstGeom>
          <a:noFill/>
          <a:ln>
            <a:noFill/>
          </a:ln>
        </p:spPr>
      </p:pic>
      <p:sp>
        <p:nvSpPr>
          <p:cNvPr id="952" name="Google Shape;952;p45"/>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953" name="Google Shape;953;p45"/>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Galvaniho 19</a:t>
            </a:r>
            <a:br>
              <a:rPr lang="en-US" sz="1400">
                <a:solidFill>
                  <a:schemeClr val="lt1"/>
                </a:solidFill>
                <a:latin typeface="Roboto Light"/>
                <a:ea typeface="Roboto Light"/>
                <a:cs typeface="Roboto Light"/>
                <a:sym typeface="Roboto Light"/>
              </a:rPr>
            </a:br>
            <a:r>
              <a:rPr lang="en-US" sz="1400">
                <a:solidFill>
                  <a:schemeClr val="lt1"/>
                </a:solidFill>
                <a:latin typeface="Roboto Light"/>
                <a:ea typeface="Roboto Light"/>
                <a:cs typeface="Roboto Light"/>
                <a:sym typeface="Roboto Light"/>
              </a:rPr>
              <a:t>821 04 Bratislava, Slovak Republic</a:t>
            </a:r>
            <a:endParaRPr/>
          </a:p>
        </p:txBody>
      </p:sp>
      <p:sp>
        <p:nvSpPr>
          <p:cNvPr id="954" name="Google Shape;954;p45"/>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p:txBody>
      </p:sp>
      <p:sp>
        <p:nvSpPr>
          <p:cNvPr id="955" name="Google Shape;955;p45"/>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www.asseco.com/ce</a:t>
            </a:r>
            <a:endParaRPr sz="1400">
              <a:solidFill>
                <a:schemeClr val="lt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956" name="Google Shape;956;p45"/>
          <p:cNvSpPr/>
          <p:nvPr/>
        </p:nvSpPr>
        <p:spPr>
          <a:xfrm>
            <a:off x="1127866" y="4568915"/>
            <a:ext cx="223632" cy="223632"/>
          </a:xfrm>
          <a:prstGeom prst="rect">
            <a:avLst/>
          </a:prstGeom>
          <a:noFill/>
          <a:ln>
            <a:noFill/>
          </a:ln>
        </p:spPr>
      </p:sp>
      <p:sp>
        <p:nvSpPr>
          <p:cNvPr id="957" name="Google Shape;957;p45"/>
          <p:cNvSpPr/>
          <p:nvPr/>
        </p:nvSpPr>
        <p:spPr>
          <a:xfrm>
            <a:off x="7110394" y="4562384"/>
            <a:ext cx="236786" cy="236786"/>
          </a:xfrm>
          <a:prstGeom prst="rect">
            <a:avLst/>
          </a:prstGeom>
          <a:noFill/>
          <a:ln>
            <a:noFill/>
          </a:ln>
        </p:spPr>
      </p:sp>
      <p:sp>
        <p:nvSpPr>
          <p:cNvPr id="958" name="Google Shape;958;p45"/>
          <p:cNvSpPr/>
          <p:nvPr/>
        </p:nvSpPr>
        <p:spPr>
          <a:xfrm>
            <a:off x="4638512" y="4556601"/>
            <a:ext cx="234936" cy="234934"/>
          </a:xfrm>
          <a:prstGeom prst="rect">
            <a:avLst/>
          </a:prstGeom>
          <a:noFill/>
          <a:ln>
            <a:noFill/>
          </a:ln>
        </p:spPr>
      </p:sp>
      <p:sp>
        <p:nvSpPr>
          <p:cNvPr id="959" name="Google Shape;959;p45"/>
          <p:cNvSpPr/>
          <p:nvPr/>
        </p:nvSpPr>
        <p:spPr>
          <a:xfrm>
            <a:off x="4644861" y="4925787"/>
            <a:ext cx="200824" cy="200822"/>
          </a:xfrm>
          <a:prstGeom prst="rect">
            <a:avLst/>
          </a:prstGeom>
          <a:noFill/>
          <a:ln>
            <a:noFill/>
          </a:ln>
        </p:spPr>
      </p:sp>
      <p:sp>
        <p:nvSpPr>
          <p:cNvPr id="960" name="Google Shape;960;p45"/>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yellow)" showMasterSp="0">
  <p:cSld name="1_Slide with the slogan (yellow)">
    <p:bg>
      <p:bgPr>
        <a:solidFill>
          <a:schemeClr val="accent1"/>
        </a:solidFill>
      </p:bgPr>
    </p:bg>
    <p:spTree>
      <p:nvGrpSpPr>
        <p:cNvPr id="961" name="Shape 961"/>
        <p:cNvGrpSpPr/>
        <p:nvPr/>
      </p:nvGrpSpPr>
      <p:grpSpPr>
        <a:xfrm>
          <a:off x="0" y="0"/>
          <a:ext cx="0" cy="0"/>
          <a:chOff x="0" y="0"/>
          <a:chExt cx="0" cy="0"/>
        </a:xfrm>
      </p:grpSpPr>
      <p:sp>
        <p:nvSpPr>
          <p:cNvPr id="962" name="Google Shape;962;p46"/>
          <p:cNvSpPr/>
          <p:nvPr/>
        </p:nvSpPr>
        <p:spPr>
          <a:xfrm>
            <a:off x="0" y="0"/>
            <a:ext cx="12192000" cy="6858000"/>
          </a:xfrm>
          <a:prstGeom prst="rect">
            <a:avLst/>
          </a:prstGeom>
          <a:solidFill>
            <a:schemeClr val="accent6"/>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id="963" name="Google Shape;963;p46"/>
          <p:cNvPicPr preferRelativeResize="0"/>
          <p:nvPr/>
        </p:nvPicPr>
        <p:blipFill rotWithShape="1">
          <a:blip r:embed="rId2">
            <a:alphaModFix/>
          </a:blip>
          <a:srcRect b="0" l="0" r="0" t="0"/>
          <a:stretch/>
        </p:blipFill>
        <p:spPr>
          <a:xfrm>
            <a:off x="1099931" y="1243640"/>
            <a:ext cx="8165656" cy="1750237"/>
          </a:xfrm>
          <a:prstGeom prst="rect">
            <a:avLst/>
          </a:prstGeom>
          <a:noFill/>
          <a:ln>
            <a:noFill/>
          </a:ln>
        </p:spPr>
      </p:pic>
      <p:sp>
        <p:nvSpPr>
          <p:cNvPr id="964" name="Google Shape;964;p46"/>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dk1"/>
                </a:solidFill>
                <a:latin typeface="Roboto Light"/>
                <a:ea typeface="Roboto Light"/>
                <a:cs typeface="Roboto Light"/>
                <a:sym typeface="Roboto Light"/>
              </a:rPr>
              <a:t>Asseco Central Europe</a:t>
            </a:r>
            <a:endParaRPr b="0" sz="2933">
              <a:solidFill>
                <a:schemeClr val="dk1"/>
              </a:solidFill>
              <a:latin typeface="Roboto Light"/>
              <a:ea typeface="Roboto Light"/>
              <a:cs typeface="Roboto Light"/>
              <a:sym typeface="Roboto Light"/>
            </a:endParaRPr>
          </a:p>
        </p:txBody>
      </p:sp>
      <p:sp>
        <p:nvSpPr>
          <p:cNvPr id="965" name="Google Shape;965;p46"/>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Galvaniho 19</a:t>
            </a:r>
            <a:br>
              <a:rPr lang="en-US" sz="1400">
                <a:solidFill>
                  <a:schemeClr val="dk1"/>
                </a:solidFill>
                <a:latin typeface="Roboto Light"/>
                <a:ea typeface="Roboto Light"/>
                <a:cs typeface="Roboto Light"/>
                <a:sym typeface="Roboto Light"/>
              </a:rPr>
            </a:br>
            <a:r>
              <a:rPr lang="en-US" sz="1400">
                <a:solidFill>
                  <a:schemeClr val="dk1"/>
                </a:solidFill>
                <a:latin typeface="Roboto Light"/>
                <a:ea typeface="Roboto Light"/>
                <a:cs typeface="Roboto Light"/>
                <a:sym typeface="Roboto Light"/>
              </a:rPr>
              <a:t>821 04 Bratislava, Slovak Republic</a:t>
            </a:r>
            <a:endParaRPr/>
          </a:p>
        </p:txBody>
      </p:sp>
      <p:sp>
        <p:nvSpPr>
          <p:cNvPr id="966" name="Google Shape;966;p46"/>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sales@asseco-ce.com</a:t>
            </a:r>
            <a:endParaRPr/>
          </a:p>
        </p:txBody>
      </p:sp>
      <p:sp>
        <p:nvSpPr>
          <p:cNvPr id="967" name="Google Shape;967;p46"/>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dk1"/>
              </a:buClr>
              <a:buSzPts val="1400"/>
              <a:buFont typeface="Roboto Light"/>
              <a:buNone/>
            </a:pPr>
            <a:r>
              <a:rPr lang="en-US" sz="1400">
                <a:solidFill>
                  <a:schemeClr val="dk1"/>
                </a:solidFill>
                <a:latin typeface="Roboto Light"/>
                <a:ea typeface="Roboto Light"/>
                <a:cs typeface="Roboto Light"/>
                <a:sym typeface="Roboto Light"/>
              </a:rPr>
              <a:t>www.asseco.com/ce</a:t>
            </a:r>
            <a:endParaRPr sz="1400">
              <a:solidFill>
                <a:schemeClr val="dk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dk1"/>
                </a:solidFill>
                <a:latin typeface="Roboto Light"/>
                <a:ea typeface="Roboto Light"/>
                <a:cs typeface="Roboto Light"/>
                <a:sym typeface="Roboto Light"/>
              </a:rPr>
              <a:t>linkedin.com/company/asseco-central-europe</a:t>
            </a:r>
            <a:endParaRPr/>
          </a:p>
        </p:txBody>
      </p:sp>
      <p:sp>
        <p:nvSpPr>
          <p:cNvPr id="968" name="Google Shape;968;p46"/>
          <p:cNvSpPr/>
          <p:nvPr/>
        </p:nvSpPr>
        <p:spPr>
          <a:xfrm>
            <a:off x="1127866" y="4568915"/>
            <a:ext cx="223632" cy="223632"/>
          </a:xfrm>
          <a:prstGeom prst="rect">
            <a:avLst/>
          </a:prstGeom>
          <a:noFill/>
          <a:ln>
            <a:noFill/>
          </a:ln>
        </p:spPr>
      </p:sp>
      <p:sp>
        <p:nvSpPr>
          <p:cNvPr id="969" name="Google Shape;969;p46"/>
          <p:cNvSpPr/>
          <p:nvPr/>
        </p:nvSpPr>
        <p:spPr>
          <a:xfrm>
            <a:off x="7110394" y="4562384"/>
            <a:ext cx="236786" cy="236786"/>
          </a:xfrm>
          <a:prstGeom prst="rect">
            <a:avLst/>
          </a:prstGeom>
          <a:noFill/>
          <a:ln>
            <a:noFill/>
          </a:ln>
        </p:spPr>
      </p:sp>
      <p:sp>
        <p:nvSpPr>
          <p:cNvPr id="970" name="Google Shape;970;p46"/>
          <p:cNvSpPr/>
          <p:nvPr/>
        </p:nvSpPr>
        <p:spPr>
          <a:xfrm>
            <a:off x="4638512" y="4556601"/>
            <a:ext cx="234936" cy="234934"/>
          </a:xfrm>
          <a:prstGeom prst="rect">
            <a:avLst/>
          </a:prstGeom>
          <a:noFill/>
          <a:ln>
            <a:noFill/>
          </a:ln>
        </p:spPr>
      </p:sp>
      <p:sp>
        <p:nvSpPr>
          <p:cNvPr id="971" name="Google Shape;971;p46"/>
          <p:cNvSpPr/>
          <p:nvPr/>
        </p:nvSpPr>
        <p:spPr>
          <a:xfrm>
            <a:off x="4644861" y="4925787"/>
            <a:ext cx="200824" cy="200822"/>
          </a:xfrm>
          <a:prstGeom prst="rect">
            <a:avLst/>
          </a:prstGeom>
          <a:noFill/>
          <a:ln>
            <a:noFill/>
          </a:ln>
        </p:spPr>
      </p:sp>
      <p:sp>
        <p:nvSpPr>
          <p:cNvPr id="972" name="Google Shape;972;p46"/>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1)" showMasterSp="0">
  <p:cSld name="1_Slide with the slogan (1)">
    <p:bg>
      <p:bgPr>
        <a:solidFill>
          <a:srgbClr val="252527"/>
        </a:solidFill>
      </p:bgPr>
    </p:bg>
    <p:spTree>
      <p:nvGrpSpPr>
        <p:cNvPr id="973" name="Shape 973"/>
        <p:cNvGrpSpPr/>
        <p:nvPr/>
      </p:nvGrpSpPr>
      <p:grpSpPr>
        <a:xfrm>
          <a:off x="0" y="0"/>
          <a:ext cx="0" cy="0"/>
          <a:chOff x="0" y="0"/>
          <a:chExt cx="0" cy="0"/>
        </a:xfrm>
      </p:grpSpPr>
      <p:sp>
        <p:nvSpPr>
          <p:cNvPr id="974" name="Google Shape;974;p47"/>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id="975" name="Google Shape;975;p47"/>
          <p:cNvPicPr preferRelativeResize="0"/>
          <p:nvPr/>
        </p:nvPicPr>
        <p:blipFill rotWithShape="1">
          <a:blip r:embed="rId2">
            <a:alphaModFix/>
          </a:blip>
          <a:srcRect b="0" l="0" r="0" t="0"/>
          <a:stretch/>
        </p:blipFill>
        <p:spPr>
          <a:xfrm>
            <a:off x="1099931" y="1250256"/>
            <a:ext cx="8165656" cy="1750237"/>
          </a:xfrm>
          <a:prstGeom prst="rect">
            <a:avLst/>
          </a:prstGeom>
          <a:noFill/>
          <a:ln>
            <a:noFill/>
          </a:ln>
        </p:spPr>
      </p:pic>
      <p:sp>
        <p:nvSpPr>
          <p:cNvPr id="976" name="Google Shape;976;p47"/>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977" name="Google Shape;977;p47"/>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Galvaniho 19</a:t>
            </a:r>
            <a:br>
              <a:rPr lang="en-US" sz="1400">
                <a:solidFill>
                  <a:schemeClr val="lt1"/>
                </a:solidFill>
                <a:latin typeface="Roboto Light"/>
                <a:ea typeface="Roboto Light"/>
                <a:cs typeface="Roboto Light"/>
                <a:sym typeface="Roboto Light"/>
              </a:rPr>
            </a:br>
            <a:r>
              <a:rPr lang="en-US" sz="1400">
                <a:solidFill>
                  <a:schemeClr val="lt1"/>
                </a:solidFill>
                <a:latin typeface="Roboto Light"/>
                <a:ea typeface="Roboto Light"/>
                <a:cs typeface="Roboto Light"/>
                <a:sym typeface="Roboto Light"/>
              </a:rPr>
              <a:t>821 04 Bratislava, Slovak Republic</a:t>
            </a:r>
            <a:endParaRPr/>
          </a:p>
        </p:txBody>
      </p:sp>
      <p:sp>
        <p:nvSpPr>
          <p:cNvPr id="978" name="Google Shape;978;p47"/>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p:txBody>
      </p:sp>
      <p:sp>
        <p:nvSpPr>
          <p:cNvPr id="979" name="Google Shape;979;p47"/>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www.asseco.com/ce</a:t>
            </a:r>
            <a:endParaRPr sz="1400">
              <a:solidFill>
                <a:schemeClr val="lt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980" name="Google Shape;980;p47"/>
          <p:cNvSpPr/>
          <p:nvPr/>
        </p:nvSpPr>
        <p:spPr>
          <a:xfrm>
            <a:off x="1127866" y="4568915"/>
            <a:ext cx="223632" cy="223632"/>
          </a:xfrm>
          <a:prstGeom prst="rect">
            <a:avLst/>
          </a:prstGeom>
          <a:noFill/>
          <a:ln>
            <a:noFill/>
          </a:ln>
        </p:spPr>
      </p:sp>
      <p:sp>
        <p:nvSpPr>
          <p:cNvPr id="981" name="Google Shape;981;p47"/>
          <p:cNvSpPr/>
          <p:nvPr/>
        </p:nvSpPr>
        <p:spPr>
          <a:xfrm>
            <a:off x="7110394" y="4562384"/>
            <a:ext cx="236786" cy="236786"/>
          </a:xfrm>
          <a:prstGeom prst="rect">
            <a:avLst/>
          </a:prstGeom>
          <a:noFill/>
          <a:ln>
            <a:noFill/>
          </a:ln>
        </p:spPr>
      </p:sp>
      <p:sp>
        <p:nvSpPr>
          <p:cNvPr id="982" name="Google Shape;982;p47"/>
          <p:cNvSpPr/>
          <p:nvPr/>
        </p:nvSpPr>
        <p:spPr>
          <a:xfrm>
            <a:off x="4638512" y="4556601"/>
            <a:ext cx="234936" cy="234934"/>
          </a:xfrm>
          <a:prstGeom prst="rect">
            <a:avLst/>
          </a:prstGeom>
          <a:noFill/>
          <a:ln>
            <a:noFill/>
          </a:ln>
        </p:spPr>
      </p:sp>
      <p:sp>
        <p:nvSpPr>
          <p:cNvPr id="983" name="Google Shape;983;p47"/>
          <p:cNvSpPr/>
          <p:nvPr/>
        </p:nvSpPr>
        <p:spPr>
          <a:xfrm>
            <a:off x="4644861" y="4925787"/>
            <a:ext cx="200824" cy="200822"/>
          </a:xfrm>
          <a:prstGeom prst="rect">
            <a:avLst/>
          </a:prstGeom>
          <a:noFill/>
          <a:ln>
            <a:noFill/>
          </a:ln>
        </p:spPr>
      </p:sp>
      <p:sp>
        <p:nvSpPr>
          <p:cNvPr id="984" name="Google Shape;984;p47"/>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2)" showMasterSp="0">
  <p:cSld name="1_Slide with the slogan (2)">
    <p:bg>
      <p:bgPr>
        <a:solidFill>
          <a:srgbClr val="252527"/>
        </a:solidFill>
      </p:bgPr>
    </p:bg>
    <p:spTree>
      <p:nvGrpSpPr>
        <p:cNvPr id="985" name="Shape 985"/>
        <p:cNvGrpSpPr/>
        <p:nvPr/>
      </p:nvGrpSpPr>
      <p:grpSpPr>
        <a:xfrm>
          <a:off x="0" y="0"/>
          <a:ext cx="0" cy="0"/>
          <a:chOff x="0" y="0"/>
          <a:chExt cx="0" cy="0"/>
        </a:xfrm>
      </p:grpSpPr>
      <p:grpSp>
        <p:nvGrpSpPr>
          <p:cNvPr id="986" name="Google Shape;986;p48"/>
          <p:cNvGrpSpPr/>
          <p:nvPr/>
        </p:nvGrpSpPr>
        <p:grpSpPr>
          <a:xfrm>
            <a:off x="0" y="0"/>
            <a:ext cx="12192000" cy="6858000"/>
            <a:chOff x="0" y="0"/>
            <a:chExt cx="12192000" cy="6858000"/>
          </a:xfrm>
        </p:grpSpPr>
        <p:sp>
          <p:nvSpPr>
            <p:cNvPr id="987" name="Google Shape;987;p48"/>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descr="Obraz zawierający tekst&#10;&#10;Opis wygenerowany automatycznie" id="988" name="Google Shape;988;p48"/>
            <p:cNvPicPr preferRelativeResize="0"/>
            <p:nvPr/>
          </p:nvPicPr>
          <p:blipFill rotWithShape="1">
            <a:blip r:embed="rId2">
              <a:alphaModFix/>
            </a:blip>
            <a:srcRect b="0" l="0" r="0" t="0"/>
            <a:stretch/>
          </p:blipFill>
          <p:spPr>
            <a:xfrm>
              <a:off x="626332" y="853503"/>
              <a:ext cx="10406774" cy="2639797"/>
            </a:xfrm>
            <a:prstGeom prst="rect">
              <a:avLst/>
            </a:prstGeom>
            <a:noFill/>
            <a:ln>
              <a:noFill/>
            </a:ln>
          </p:spPr>
        </p:pic>
      </p:grpSp>
      <p:sp>
        <p:nvSpPr>
          <p:cNvPr id="989" name="Google Shape;989;p48"/>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990" name="Google Shape;990;p48"/>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Galvaniho 19</a:t>
            </a:r>
            <a:br>
              <a:rPr lang="en-US" sz="1400">
                <a:solidFill>
                  <a:schemeClr val="lt1"/>
                </a:solidFill>
                <a:latin typeface="Roboto Light"/>
                <a:ea typeface="Roboto Light"/>
                <a:cs typeface="Roboto Light"/>
                <a:sym typeface="Roboto Light"/>
              </a:rPr>
            </a:br>
            <a:r>
              <a:rPr lang="en-US" sz="1400">
                <a:solidFill>
                  <a:schemeClr val="lt1"/>
                </a:solidFill>
                <a:latin typeface="Roboto Light"/>
                <a:ea typeface="Roboto Light"/>
                <a:cs typeface="Roboto Light"/>
                <a:sym typeface="Roboto Light"/>
              </a:rPr>
              <a:t>821 04 Bratislava, Slovak Republic</a:t>
            </a:r>
            <a:endParaRPr/>
          </a:p>
        </p:txBody>
      </p:sp>
      <p:sp>
        <p:nvSpPr>
          <p:cNvPr id="991" name="Google Shape;991;p48"/>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p:txBody>
      </p:sp>
      <p:sp>
        <p:nvSpPr>
          <p:cNvPr id="992" name="Google Shape;992;p48"/>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www.asseco.com/ce</a:t>
            </a:r>
            <a:endParaRPr sz="1400">
              <a:solidFill>
                <a:schemeClr val="lt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993" name="Google Shape;993;p48"/>
          <p:cNvSpPr/>
          <p:nvPr/>
        </p:nvSpPr>
        <p:spPr>
          <a:xfrm>
            <a:off x="1127866" y="4568915"/>
            <a:ext cx="223632" cy="223632"/>
          </a:xfrm>
          <a:prstGeom prst="rect">
            <a:avLst/>
          </a:prstGeom>
          <a:noFill/>
          <a:ln>
            <a:noFill/>
          </a:ln>
        </p:spPr>
      </p:sp>
      <p:sp>
        <p:nvSpPr>
          <p:cNvPr id="994" name="Google Shape;994;p48"/>
          <p:cNvSpPr/>
          <p:nvPr/>
        </p:nvSpPr>
        <p:spPr>
          <a:xfrm>
            <a:off x="7110394" y="4562384"/>
            <a:ext cx="236786" cy="236786"/>
          </a:xfrm>
          <a:prstGeom prst="rect">
            <a:avLst/>
          </a:prstGeom>
          <a:noFill/>
          <a:ln>
            <a:noFill/>
          </a:ln>
        </p:spPr>
      </p:sp>
      <p:sp>
        <p:nvSpPr>
          <p:cNvPr id="995" name="Google Shape;995;p48"/>
          <p:cNvSpPr/>
          <p:nvPr/>
        </p:nvSpPr>
        <p:spPr>
          <a:xfrm>
            <a:off x="4638512" y="4556601"/>
            <a:ext cx="234936" cy="234934"/>
          </a:xfrm>
          <a:prstGeom prst="rect">
            <a:avLst/>
          </a:prstGeom>
          <a:noFill/>
          <a:ln>
            <a:noFill/>
          </a:ln>
        </p:spPr>
      </p:sp>
      <p:sp>
        <p:nvSpPr>
          <p:cNvPr id="996" name="Google Shape;996;p48"/>
          <p:cNvSpPr/>
          <p:nvPr/>
        </p:nvSpPr>
        <p:spPr>
          <a:xfrm>
            <a:off x="4644861" y="4925787"/>
            <a:ext cx="200824" cy="200822"/>
          </a:xfrm>
          <a:prstGeom prst="rect">
            <a:avLst/>
          </a:prstGeom>
          <a:noFill/>
          <a:ln>
            <a:noFill/>
          </a:ln>
        </p:spPr>
      </p:sp>
      <p:sp>
        <p:nvSpPr>
          <p:cNvPr id="997" name="Google Shape;997;p48"/>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3)" showMasterSp="0">
  <p:cSld name="1_Slide with the slogan (3)">
    <p:bg>
      <p:bgPr>
        <a:solidFill>
          <a:srgbClr val="252527"/>
        </a:solidFill>
      </p:bgPr>
    </p:bg>
    <p:spTree>
      <p:nvGrpSpPr>
        <p:cNvPr id="998" name="Shape 998"/>
        <p:cNvGrpSpPr/>
        <p:nvPr/>
      </p:nvGrpSpPr>
      <p:grpSpPr>
        <a:xfrm>
          <a:off x="0" y="0"/>
          <a:ext cx="0" cy="0"/>
          <a:chOff x="0" y="0"/>
          <a:chExt cx="0" cy="0"/>
        </a:xfrm>
      </p:grpSpPr>
      <p:grpSp>
        <p:nvGrpSpPr>
          <p:cNvPr id="999" name="Google Shape;999;p49"/>
          <p:cNvGrpSpPr/>
          <p:nvPr/>
        </p:nvGrpSpPr>
        <p:grpSpPr>
          <a:xfrm>
            <a:off x="0" y="0"/>
            <a:ext cx="12192000" cy="6858000"/>
            <a:chOff x="0" y="0"/>
            <a:chExt cx="12192000" cy="6858000"/>
          </a:xfrm>
        </p:grpSpPr>
        <p:sp>
          <p:nvSpPr>
            <p:cNvPr id="1000" name="Google Shape;1000;p49"/>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id="1001" name="Google Shape;1001;p49"/>
            <p:cNvPicPr preferRelativeResize="0"/>
            <p:nvPr/>
          </p:nvPicPr>
          <p:blipFill rotWithShape="1">
            <a:blip r:embed="rId2">
              <a:alphaModFix/>
            </a:blip>
            <a:srcRect b="0" l="0" r="0" t="0"/>
            <a:stretch/>
          </p:blipFill>
          <p:spPr>
            <a:xfrm>
              <a:off x="626332" y="853031"/>
              <a:ext cx="10406774" cy="2639797"/>
            </a:xfrm>
            <a:prstGeom prst="rect">
              <a:avLst/>
            </a:prstGeom>
            <a:noFill/>
            <a:ln>
              <a:noFill/>
            </a:ln>
          </p:spPr>
        </p:pic>
      </p:grpSp>
      <p:sp>
        <p:nvSpPr>
          <p:cNvPr id="1002" name="Google Shape;1002;p49"/>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1003" name="Google Shape;1003;p49"/>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Galvaniho 19</a:t>
            </a:r>
            <a:br>
              <a:rPr lang="en-US" sz="1400">
                <a:solidFill>
                  <a:schemeClr val="lt1"/>
                </a:solidFill>
                <a:latin typeface="Roboto Light"/>
                <a:ea typeface="Roboto Light"/>
                <a:cs typeface="Roboto Light"/>
                <a:sym typeface="Roboto Light"/>
              </a:rPr>
            </a:br>
            <a:r>
              <a:rPr lang="en-US" sz="1400">
                <a:solidFill>
                  <a:schemeClr val="lt1"/>
                </a:solidFill>
                <a:latin typeface="Roboto Light"/>
                <a:ea typeface="Roboto Light"/>
                <a:cs typeface="Roboto Light"/>
                <a:sym typeface="Roboto Light"/>
              </a:rPr>
              <a:t>821 04 Bratislava, Slovak Republic</a:t>
            </a:r>
            <a:endParaRPr/>
          </a:p>
        </p:txBody>
      </p:sp>
      <p:sp>
        <p:nvSpPr>
          <p:cNvPr id="1004" name="Google Shape;1004;p49"/>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p:txBody>
      </p:sp>
      <p:sp>
        <p:nvSpPr>
          <p:cNvPr id="1005" name="Google Shape;1005;p49"/>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www.asseco.com/ce</a:t>
            </a:r>
            <a:endParaRPr sz="1400">
              <a:solidFill>
                <a:schemeClr val="lt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1006" name="Google Shape;1006;p49"/>
          <p:cNvSpPr/>
          <p:nvPr/>
        </p:nvSpPr>
        <p:spPr>
          <a:xfrm>
            <a:off x="1127866" y="4568915"/>
            <a:ext cx="223632" cy="223632"/>
          </a:xfrm>
          <a:prstGeom prst="rect">
            <a:avLst/>
          </a:prstGeom>
          <a:noFill/>
          <a:ln>
            <a:noFill/>
          </a:ln>
        </p:spPr>
      </p:sp>
      <p:sp>
        <p:nvSpPr>
          <p:cNvPr id="1007" name="Google Shape;1007;p49"/>
          <p:cNvSpPr/>
          <p:nvPr/>
        </p:nvSpPr>
        <p:spPr>
          <a:xfrm>
            <a:off x="7110394" y="4562384"/>
            <a:ext cx="236786" cy="236786"/>
          </a:xfrm>
          <a:prstGeom prst="rect">
            <a:avLst/>
          </a:prstGeom>
          <a:noFill/>
          <a:ln>
            <a:noFill/>
          </a:ln>
        </p:spPr>
      </p:sp>
      <p:sp>
        <p:nvSpPr>
          <p:cNvPr id="1008" name="Google Shape;1008;p49"/>
          <p:cNvSpPr/>
          <p:nvPr/>
        </p:nvSpPr>
        <p:spPr>
          <a:xfrm>
            <a:off x="4638512" y="4556601"/>
            <a:ext cx="234936" cy="234934"/>
          </a:xfrm>
          <a:prstGeom prst="rect">
            <a:avLst/>
          </a:prstGeom>
          <a:noFill/>
          <a:ln>
            <a:noFill/>
          </a:ln>
        </p:spPr>
      </p:sp>
      <p:sp>
        <p:nvSpPr>
          <p:cNvPr id="1009" name="Google Shape;1009;p49"/>
          <p:cNvSpPr/>
          <p:nvPr/>
        </p:nvSpPr>
        <p:spPr>
          <a:xfrm>
            <a:off x="4644861" y="4925787"/>
            <a:ext cx="200824" cy="200822"/>
          </a:xfrm>
          <a:prstGeom prst="rect">
            <a:avLst/>
          </a:prstGeom>
          <a:noFill/>
          <a:ln>
            <a:noFill/>
          </a:ln>
        </p:spPr>
      </p:sp>
      <p:sp>
        <p:nvSpPr>
          <p:cNvPr id="1010" name="Google Shape;1010;p49"/>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4)" showMasterSp="0">
  <p:cSld name="1_Slide with the slogan (4)">
    <p:bg>
      <p:bgPr>
        <a:solidFill>
          <a:srgbClr val="252527"/>
        </a:solidFill>
      </p:bgPr>
    </p:bg>
    <p:spTree>
      <p:nvGrpSpPr>
        <p:cNvPr id="1011" name="Shape 1011"/>
        <p:cNvGrpSpPr/>
        <p:nvPr/>
      </p:nvGrpSpPr>
      <p:grpSpPr>
        <a:xfrm>
          <a:off x="0" y="0"/>
          <a:ext cx="0" cy="0"/>
          <a:chOff x="0" y="0"/>
          <a:chExt cx="0" cy="0"/>
        </a:xfrm>
      </p:grpSpPr>
      <p:grpSp>
        <p:nvGrpSpPr>
          <p:cNvPr id="1012" name="Google Shape;1012;p50"/>
          <p:cNvGrpSpPr/>
          <p:nvPr/>
        </p:nvGrpSpPr>
        <p:grpSpPr>
          <a:xfrm>
            <a:off x="0" y="0"/>
            <a:ext cx="12192000" cy="6858000"/>
            <a:chOff x="0" y="0"/>
            <a:chExt cx="12192000" cy="6858000"/>
          </a:xfrm>
        </p:grpSpPr>
        <p:sp>
          <p:nvSpPr>
            <p:cNvPr id="1013" name="Google Shape;1013;p50"/>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descr="Obraz zawierający tekst&#10;&#10;Opis wygenerowany automatycznie" id="1014" name="Google Shape;1014;p50"/>
            <p:cNvPicPr preferRelativeResize="0"/>
            <p:nvPr/>
          </p:nvPicPr>
          <p:blipFill rotWithShape="1">
            <a:blip r:embed="rId2">
              <a:alphaModFix/>
            </a:blip>
            <a:srcRect b="0" l="0" r="0" t="0"/>
            <a:stretch/>
          </p:blipFill>
          <p:spPr>
            <a:xfrm>
              <a:off x="624406" y="860494"/>
              <a:ext cx="10406774" cy="2639797"/>
            </a:xfrm>
            <a:prstGeom prst="rect">
              <a:avLst/>
            </a:prstGeom>
            <a:noFill/>
            <a:ln>
              <a:noFill/>
            </a:ln>
          </p:spPr>
        </p:pic>
      </p:grpSp>
      <p:sp>
        <p:nvSpPr>
          <p:cNvPr id="1015" name="Google Shape;1015;p50"/>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1016" name="Google Shape;1016;p50"/>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Galvaniho 19</a:t>
            </a:r>
            <a:br>
              <a:rPr lang="en-US" sz="1400">
                <a:solidFill>
                  <a:schemeClr val="lt1"/>
                </a:solidFill>
                <a:latin typeface="Roboto Light"/>
                <a:ea typeface="Roboto Light"/>
                <a:cs typeface="Roboto Light"/>
                <a:sym typeface="Roboto Light"/>
              </a:rPr>
            </a:br>
            <a:r>
              <a:rPr lang="en-US" sz="1400">
                <a:solidFill>
                  <a:schemeClr val="lt1"/>
                </a:solidFill>
                <a:latin typeface="Roboto Light"/>
                <a:ea typeface="Roboto Light"/>
                <a:cs typeface="Roboto Light"/>
                <a:sym typeface="Roboto Light"/>
              </a:rPr>
              <a:t>821 04 Bratislava, Slovak Republic</a:t>
            </a:r>
            <a:endParaRPr/>
          </a:p>
        </p:txBody>
      </p:sp>
      <p:sp>
        <p:nvSpPr>
          <p:cNvPr id="1017" name="Google Shape;1017;p50"/>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p:txBody>
      </p:sp>
      <p:sp>
        <p:nvSpPr>
          <p:cNvPr id="1018" name="Google Shape;1018;p50"/>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www.asseco.com/ce</a:t>
            </a:r>
            <a:endParaRPr sz="1400">
              <a:solidFill>
                <a:schemeClr val="lt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1019" name="Google Shape;1019;p50"/>
          <p:cNvSpPr/>
          <p:nvPr/>
        </p:nvSpPr>
        <p:spPr>
          <a:xfrm>
            <a:off x="1127866" y="4568915"/>
            <a:ext cx="223632" cy="223632"/>
          </a:xfrm>
          <a:prstGeom prst="rect">
            <a:avLst/>
          </a:prstGeom>
          <a:noFill/>
          <a:ln>
            <a:noFill/>
          </a:ln>
        </p:spPr>
      </p:sp>
      <p:sp>
        <p:nvSpPr>
          <p:cNvPr id="1020" name="Google Shape;1020;p50"/>
          <p:cNvSpPr/>
          <p:nvPr/>
        </p:nvSpPr>
        <p:spPr>
          <a:xfrm>
            <a:off x="7110394" y="4562384"/>
            <a:ext cx="236786" cy="236786"/>
          </a:xfrm>
          <a:prstGeom prst="rect">
            <a:avLst/>
          </a:prstGeom>
          <a:noFill/>
          <a:ln>
            <a:noFill/>
          </a:ln>
        </p:spPr>
      </p:sp>
      <p:sp>
        <p:nvSpPr>
          <p:cNvPr id="1021" name="Google Shape;1021;p50"/>
          <p:cNvSpPr/>
          <p:nvPr/>
        </p:nvSpPr>
        <p:spPr>
          <a:xfrm>
            <a:off x="4638512" y="4556601"/>
            <a:ext cx="234936" cy="234934"/>
          </a:xfrm>
          <a:prstGeom prst="rect">
            <a:avLst/>
          </a:prstGeom>
          <a:noFill/>
          <a:ln>
            <a:noFill/>
          </a:ln>
        </p:spPr>
      </p:sp>
      <p:sp>
        <p:nvSpPr>
          <p:cNvPr id="1022" name="Google Shape;1022;p50"/>
          <p:cNvSpPr/>
          <p:nvPr/>
        </p:nvSpPr>
        <p:spPr>
          <a:xfrm>
            <a:off x="4644861" y="4925787"/>
            <a:ext cx="200824" cy="200822"/>
          </a:xfrm>
          <a:prstGeom prst="rect">
            <a:avLst/>
          </a:prstGeom>
          <a:noFill/>
          <a:ln>
            <a:noFill/>
          </a:ln>
        </p:spPr>
      </p:sp>
      <p:sp>
        <p:nvSpPr>
          <p:cNvPr id="1023" name="Google Shape;1023;p50"/>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5)" showMasterSp="0">
  <p:cSld name="1_Slide with the slogan (5)">
    <p:bg>
      <p:bgPr>
        <a:solidFill>
          <a:srgbClr val="252527"/>
        </a:solidFill>
      </p:bgPr>
    </p:bg>
    <p:spTree>
      <p:nvGrpSpPr>
        <p:cNvPr id="1024" name="Shape 1024"/>
        <p:cNvGrpSpPr/>
        <p:nvPr/>
      </p:nvGrpSpPr>
      <p:grpSpPr>
        <a:xfrm>
          <a:off x="0" y="0"/>
          <a:ext cx="0" cy="0"/>
          <a:chOff x="0" y="0"/>
          <a:chExt cx="0" cy="0"/>
        </a:xfrm>
      </p:grpSpPr>
      <p:grpSp>
        <p:nvGrpSpPr>
          <p:cNvPr id="1025" name="Google Shape;1025;p51"/>
          <p:cNvGrpSpPr/>
          <p:nvPr/>
        </p:nvGrpSpPr>
        <p:grpSpPr>
          <a:xfrm>
            <a:off x="0" y="0"/>
            <a:ext cx="12192000" cy="6858000"/>
            <a:chOff x="0" y="0"/>
            <a:chExt cx="12192000" cy="6858000"/>
          </a:xfrm>
        </p:grpSpPr>
        <p:sp>
          <p:nvSpPr>
            <p:cNvPr id="1026" name="Google Shape;1026;p51"/>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descr="Obraz zawierający tekst&#10;&#10;Opis wygenerowany automatycznie" id="1027" name="Google Shape;1027;p51"/>
            <p:cNvPicPr preferRelativeResize="0"/>
            <p:nvPr/>
          </p:nvPicPr>
          <p:blipFill rotWithShape="1">
            <a:blip r:embed="rId2">
              <a:alphaModFix/>
            </a:blip>
            <a:srcRect b="0" l="0" r="0" t="0"/>
            <a:stretch/>
          </p:blipFill>
          <p:spPr>
            <a:xfrm>
              <a:off x="627062" y="862399"/>
              <a:ext cx="10406774" cy="2639797"/>
            </a:xfrm>
            <a:prstGeom prst="rect">
              <a:avLst/>
            </a:prstGeom>
            <a:noFill/>
            <a:ln>
              <a:noFill/>
            </a:ln>
          </p:spPr>
        </p:pic>
      </p:grpSp>
      <p:sp>
        <p:nvSpPr>
          <p:cNvPr id="1028" name="Google Shape;1028;p51"/>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1029" name="Google Shape;1029;p51"/>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Galvaniho 19</a:t>
            </a:r>
            <a:br>
              <a:rPr lang="en-US" sz="1400">
                <a:solidFill>
                  <a:schemeClr val="lt1"/>
                </a:solidFill>
                <a:latin typeface="Roboto Light"/>
                <a:ea typeface="Roboto Light"/>
                <a:cs typeface="Roboto Light"/>
                <a:sym typeface="Roboto Light"/>
              </a:rPr>
            </a:br>
            <a:r>
              <a:rPr lang="en-US" sz="1400">
                <a:solidFill>
                  <a:schemeClr val="lt1"/>
                </a:solidFill>
                <a:latin typeface="Roboto Light"/>
                <a:ea typeface="Roboto Light"/>
                <a:cs typeface="Roboto Light"/>
                <a:sym typeface="Roboto Light"/>
              </a:rPr>
              <a:t>821 04 Bratislava, Slovak Republic</a:t>
            </a:r>
            <a:endParaRPr/>
          </a:p>
        </p:txBody>
      </p:sp>
      <p:sp>
        <p:nvSpPr>
          <p:cNvPr id="1030" name="Google Shape;1030;p51"/>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p:txBody>
      </p:sp>
      <p:sp>
        <p:nvSpPr>
          <p:cNvPr id="1031" name="Google Shape;1031;p51"/>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www.asseco.com/ce</a:t>
            </a:r>
            <a:endParaRPr sz="1400">
              <a:solidFill>
                <a:schemeClr val="lt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1032" name="Google Shape;1032;p51"/>
          <p:cNvSpPr/>
          <p:nvPr/>
        </p:nvSpPr>
        <p:spPr>
          <a:xfrm>
            <a:off x="1127866" y="4568915"/>
            <a:ext cx="223632" cy="223632"/>
          </a:xfrm>
          <a:prstGeom prst="rect">
            <a:avLst/>
          </a:prstGeom>
          <a:noFill/>
          <a:ln>
            <a:noFill/>
          </a:ln>
        </p:spPr>
      </p:sp>
      <p:sp>
        <p:nvSpPr>
          <p:cNvPr id="1033" name="Google Shape;1033;p51"/>
          <p:cNvSpPr/>
          <p:nvPr/>
        </p:nvSpPr>
        <p:spPr>
          <a:xfrm>
            <a:off x="7110394" y="4562384"/>
            <a:ext cx="236786" cy="236786"/>
          </a:xfrm>
          <a:prstGeom prst="rect">
            <a:avLst/>
          </a:prstGeom>
          <a:noFill/>
          <a:ln>
            <a:noFill/>
          </a:ln>
        </p:spPr>
      </p:sp>
      <p:sp>
        <p:nvSpPr>
          <p:cNvPr id="1034" name="Google Shape;1034;p51"/>
          <p:cNvSpPr/>
          <p:nvPr/>
        </p:nvSpPr>
        <p:spPr>
          <a:xfrm>
            <a:off x="4638512" y="4556601"/>
            <a:ext cx="234936" cy="234934"/>
          </a:xfrm>
          <a:prstGeom prst="rect">
            <a:avLst/>
          </a:prstGeom>
          <a:noFill/>
          <a:ln>
            <a:noFill/>
          </a:ln>
        </p:spPr>
      </p:sp>
      <p:sp>
        <p:nvSpPr>
          <p:cNvPr id="1035" name="Google Shape;1035;p51"/>
          <p:cNvSpPr/>
          <p:nvPr/>
        </p:nvSpPr>
        <p:spPr>
          <a:xfrm>
            <a:off x="4644861" y="4925787"/>
            <a:ext cx="200824" cy="200822"/>
          </a:xfrm>
          <a:prstGeom prst="rect">
            <a:avLst/>
          </a:prstGeom>
          <a:noFill/>
          <a:ln>
            <a:noFill/>
          </a:ln>
        </p:spPr>
      </p:sp>
      <p:sp>
        <p:nvSpPr>
          <p:cNvPr id="1036" name="Google Shape;1036;p51"/>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lide with the slogan (6)" showMasterSp="0">
  <p:cSld name="1_Slide with the slogan (6)">
    <p:bg>
      <p:bgPr>
        <a:solidFill>
          <a:srgbClr val="252527"/>
        </a:solidFill>
      </p:bgPr>
    </p:bg>
    <p:spTree>
      <p:nvGrpSpPr>
        <p:cNvPr id="1037" name="Shape 1037"/>
        <p:cNvGrpSpPr/>
        <p:nvPr/>
      </p:nvGrpSpPr>
      <p:grpSpPr>
        <a:xfrm>
          <a:off x="0" y="0"/>
          <a:ext cx="0" cy="0"/>
          <a:chOff x="0" y="0"/>
          <a:chExt cx="0" cy="0"/>
        </a:xfrm>
      </p:grpSpPr>
      <p:sp>
        <p:nvSpPr>
          <p:cNvPr id="1038" name="Google Shape;1038;p52"/>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pic>
        <p:nvPicPr>
          <p:cNvPr id="1039" name="Google Shape;1039;p52"/>
          <p:cNvPicPr preferRelativeResize="0"/>
          <p:nvPr/>
        </p:nvPicPr>
        <p:blipFill rotWithShape="1">
          <a:blip r:embed="rId2">
            <a:alphaModFix/>
          </a:blip>
          <a:srcRect b="0" l="0" r="0" t="0"/>
          <a:stretch/>
        </p:blipFill>
        <p:spPr>
          <a:xfrm>
            <a:off x="627061" y="862398"/>
            <a:ext cx="10406775" cy="2639797"/>
          </a:xfrm>
          <a:prstGeom prst="rect">
            <a:avLst/>
          </a:prstGeom>
          <a:noFill/>
          <a:ln>
            <a:noFill/>
          </a:ln>
        </p:spPr>
      </p:pic>
      <p:sp>
        <p:nvSpPr>
          <p:cNvPr id="1040" name="Google Shape;1040;p52"/>
          <p:cNvSpPr/>
          <p:nvPr/>
        </p:nvSpPr>
        <p:spPr>
          <a:xfrm>
            <a:off x="1099934" y="3966012"/>
            <a:ext cx="4171313"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1041" name="Google Shape;1041;p52"/>
          <p:cNvSpPr/>
          <p:nvPr/>
        </p:nvSpPr>
        <p:spPr>
          <a:xfrm>
            <a:off x="1473637" y="4500381"/>
            <a:ext cx="2930723"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Galvaniho 19</a:t>
            </a:r>
            <a:br>
              <a:rPr lang="en-US" sz="1400">
                <a:solidFill>
                  <a:schemeClr val="lt1"/>
                </a:solidFill>
                <a:latin typeface="Roboto Light"/>
                <a:ea typeface="Roboto Light"/>
                <a:cs typeface="Roboto Light"/>
                <a:sym typeface="Roboto Light"/>
              </a:rPr>
            </a:br>
            <a:r>
              <a:rPr lang="en-US" sz="1400">
                <a:solidFill>
                  <a:schemeClr val="lt1"/>
                </a:solidFill>
                <a:latin typeface="Roboto Light"/>
                <a:ea typeface="Roboto Light"/>
                <a:cs typeface="Roboto Light"/>
                <a:sym typeface="Roboto Light"/>
              </a:rPr>
              <a:t>821 04 Bratislava, Slovak Republic</a:t>
            </a:r>
            <a:endParaRPr/>
          </a:p>
        </p:txBody>
      </p:sp>
      <p:sp>
        <p:nvSpPr>
          <p:cNvPr id="1042" name="Google Shape;1042;p52"/>
          <p:cNvSpPr/>
          <p:nvPr/>
        </p:nvSpPr>
        <p:spPr>
          <a:xfrm>
            <a:off x="4979670" y="4500381"/>
            <a:ext cx="1999868"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p:txBody>
      </p:sp>
      <p:sp>
        <p:nvSpPr>
          <p:cNvPr id="1043" name="Google Shape;1043;p52"/>
          <p:cNvSpPr/>
          <p:nvPr/>
        </p:nvSpPr>
        <p:spPr>
          <a:xfrm>
            <a:off x="7453569" y="4500381"/>
            <a:ext cx="4016246" cy="810759"/>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www.asseco.com/ce</a:t>
            </a:r>
            <a:endParaRPr sz="1400">
              <a:solidFill>
                <a:schemeClr val="lt1"/>
              </a:solidFill>
              <a:latin typeface="Roboto Light"/>
              <a:ea typeface="Roboto Light"/>
              <a:cs typeface="Roboto Light"/>
              <a:sym typeface="Roboto Light"/>
            </a:endParaRPr>
          </a:p>
          <a:p>
            <a:pPr indent="0" lvl="0" marL="0" marR="0" rtl="0" algn="l">
              <a:lnSpc>
                <a:spcPct val="15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1044" name="Google Shape;1044;p52"/>
          <p:cNvSpPr/>
          <p:nvPr/>
        </p:nvSpPr>
        <p:spPr>
          <a:xfrm>
            <a:off x="1127866" y="4568915"/>
            <a:ext cx="223632" cy="223632"/>
          </a:xfrm>
          <a:prstGeom prst="rect">
            <a:avLst/>
          </a:prstGeom>
          <a:noFill/>
          <a:ln>
            <a:noFill/>
          </a:ln>
        </p:spPr>
      </p:sp>
      <p:sp>
        <p:nvSpPr>
          <p:cNvPr id="1045" name="Google Shape;1045;p52"/>
          <p:cNvSpPr/>
          <p:nvPr/>
        </p:nvSpPr>
        <p:spPr>
          <a:xfrm>
            <a:off x="7110394" y="4562384"/>
            <a:ext cx="236786" cy="236786"/>
          </a:xfrm>
          <a:prstGeom prst="rect">
            <a:avLst/>
          </a:prstGeom>
          <a:noFill/>
          <a:ln>
            <a:noFill/>
          </a:ln>
        </p:spPr>
      </p:sp>
      <p:sp>
        <p:nvSpPr>
          <p:cNvPr id="1046" name="Google Shape;1046;p52"/>
          <p:cNvSpPr/>
          <p:nvPr/>
        </p:nvSpPr>
        <p:spPr>
          <a:xfrm>
            <a:off x="4638512" y="4556601"/>
            <a:ext cx="234936" cy="234934"/>
          </a:xfrm>
          <a:prstGeom prst="rect">
            <a:avLst/>
          </a:prstGeom>
          <a:noFill/>
          <a:ln>
            <a:noFill/>
          </a:ln>
        </p:spPr>
      </p:sp>
      <p:sp>
        <p:nvSpPr>
          <p:cNvPr id="1047" name="Google Shape;1047;p52"/>
          <p:cNvSpPr/>
          <p:nvPr/>
        </p:nvSpPr>
        <p:spPr>
          <a:xfrm>
            <a:off x="4644861" y="4925787"/>
            <a:ext cx="200824" cy="200822"/>
          </a:xfrm>
          <a:prstGeom prst="rect">
            <a:avLst/>
          </a:prstGeom>
          <a:noFill/>
          <a:ln>
            <a:noFill/>
          </a:ln>
        </p:spPr>
      </p:sp>
      <p:sp>
        <p:nvSpPr>
          <p:cNvPr id="1048" name="Google Shape;1048;p52"/>
          <p:cNvSpPr/>
          <p:nvPr/>
        </p:nvSpPr>
        <p:spPr>
          <a:xfrm>
            <a:off x="7128375" y="4925785"/>
            <a:ext cx="200824" cy="200824"/>
          </a:xfrm>
          <a:prstGeom prst="rect">
            <a:avLst/>
          </a:prstGeom>
          <a:noFill/>
          <a:ln>
            <a:noFill/>
          </a:ln>
        </p:spPr>
      </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with the slogan (1)" showMasterSp="0">
  <p:cSld name="2_Slide with the slogan (1)">
    <p:bg>
      <p:bgPr>
        <a:solidFill>
          <a:srgbClr val="252527"/>
        </a:solidFill>
      </p:bgPr>
    </p:bg>
    <p:spTree>
      <p:nvGrpSpPr>
        <p:cNvPr id="1049" name="Shape 1049"/>
        <p:cNvGrpSpPr/>
        <p:nvPr/>
      </p:nvGrpSpPr>
      <p:grpSpPr>
        <a:xfrm>
          <a:off x="0" y="0"/>
          <a:ext cx="0" cy="0"/>
          <a:chOff x="0" y="0"/>
          <a:chExt cx="0" cy="0"/>
        </a:xfrm>
      </p:grpSpPr>
      <p:sp>
        <p:nvSpPr>
          <p:cNvPr id="1050" name="Google Shape;1050;p53"/>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sp>
        <p:nvSpPr>
          <p:cNvPr id="1051" name="Google Shape;1051;p53"/>
          <p:cNvSpPr/>
          <p:nvPr/>
        </p:nvSpPr>
        <p:spPr>
          <a:xfrm>
            <a:off x="1513623" y="3161815"/>
            <a:ext cx="4658721"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1052" name="Google Shape;1052;p53"/>
          <p:cNvSpPr/>
          <p:nvPr/>
        </p:nvSpPr>
        <p:spPr>
          <a:xfrm>
            <a:off x="1854781" y="3696184"/>
            <a:ext cx="4317563" cy="2252796"/>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Galvaniho 19, 821 04 Bratislava, Slovak Republic</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a:p>
            <a:pPr indent="0" lvl="0" marL="0" marR="0" rtl="0" algn="l">
              <a:lnSpc>
                <a:spcPct val="20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asseco.com/ce</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1053" name="Google Shape;1053;p53"/>
          <p:cNvSpPr/>
          <p:nvPr/>
        </p:nvSpPr>
        <p:spPr>
          <a:xfrm>
            <a:off x="1524927" y="3820348"/>
            <a:ext cx="223632" cy="223632"/>
          </a:xfrm>
          <a:prstGeom prst="rect">
            <a:avLst/>
          </a:prstGeom>
          <a:noFill/>
          <a:ln>
            <a:noFill/>
          </a:ln>
        </p:spPr>
      </p:sp>
      <p:sp>
        <p:nvSpPr>
          <p:cNvPr id="1054" name="Google Shape;1054;p53"/>
          <p:cNvSpPr/>
          <p:nvPr/>
        </p:nvSpPr>
        <p:spPr>
          <a:xfrm>
            <a:off x="1519972" y="5120956"/>
            <a:ext cx="236786" cy="236786"/>
          </a:xfrm>
          <a:prstGeom prst="rect">
            <a:avLst/>
          </a:prstGeom>
          <a:noFill/>
          <a:ln>
            <a:noFill/>
          </a:ln>
        </p:spPr>
      </p:sp>
      <p:sp>
        <p:nvSpPr>
          <p:cNvPr id="1055" name="Google Shape;1055;p53"/>
          <p:cNvSpPr/>
          <p:nvPr/>
        </p:nvSpPr>
        <p:spPr>
          <a:xfrm>
            <a:off x="1513623" y="4239151"/>
            <a:ext cx="234936" cy="234934"/>
          </a:xfrm>
          <a:prstGeom prst="rect">
            <a:avLst/>
          </a:prstGeom>
          <a:noFill/>
          <a:ln>
            <a:noFill/>
          </a:ln>
        </p:spPr>
      </p:sp>
      <p:sp>
        <p:nvSpPr>
          <p:cNvPr id="1056" name="Google Shape;1056;p53"/>
          <p:cNvSpPr/>
          <p:nvPr/>
        </p:nvSpPr>
        <p:spPr>
          <a:xfrm>
            <a:off x="1519972" y="4722171"/>
            <a:ext cx="200824" cy="200822"/>
          </a:xfrm>
          <a:prstGeom prst="rect">
            <a:avLst/>
          </a:prstGeom>
          <a:noFill/>
          <a:ln>
            <a:noFill/>
          </a:ln>
        </p:spPr>
      </p:sp>
      <p:sp>
        <p:nvSpPr>
          <p:cNvPr id="1057" name="Google Shape;1057;p53"/>
          <p:cNvSpPr/>
          <p:nvPr/>
        </p:nvSpPr>
        <p:spPr>
          <a:xfrm>
            <a:off x="1537953" y="5546376"/>
            <a:ext cx="200824" cy="200824"/>
          </a:xfrm>
          <a:prstGeom prst="rect">
            <a:avLst/>
          </a:prstGeom>
          <a:noFill/>
          <a:ln>
            <a:noFill/>
          </a:ln>
        </p:spPr>
      </p:sp>
      <p:grpSp>
        <p:nvGrpSpPr>
          <p:cNvPr id="1058" name="Google Shape;1058;p53"/>
          <p:cNvGrpSpPr/>
          <p:nvPr/>
        </p:nvGrpSpPr>
        <p:grpSpPr>
          <a:xfrm>
            <a:off x="1524927" y="909019"/>
            <a:ext cx="4195117" cy="1700347"/>
            <a:chOff x="591186" y="2707967"/>
            <a:chExt cx="4195117" cy="1700347"/>
          </a:xfrm>
        </p:grpSpPr>
        <p:sp>
          <p:nvSpPr>
            <p:cNvPr id="1059" name="Google Shape;1059;p53"/>
            <p:cNvSpPr/>
            <p:nvPr/>
          </p:nvSpPr>
          <p:spPr>
            <a:xfrm>
              <a:off x="591187" y="2707967"/>
              <a:ext cx="4195116" cy="1059232"/>
            </a:xfrm>
            <a:prstGeom prst="rect">
              <a:avLst/>
            </a:prstGeom>
            <a:noFill/>
            <a:ln>
              <a:noFill/>
            </a:ln>
          </p:spPr>
        </p:sp>
        <p:sp>
          <p:nvSpPr>
            <p:cNvPr id="1060" name="Google Shape;1060;p53"/>
            <p:cNvSpPr/>
            <p:nvPr/>
          </p:nvSpPr>
          <p:spPr>
            <a:xfrm>
              <a:off x="591186" y="3934447"/>
              <a:ext cx="2480833" cy="473867"/>
            </a:xfrm>
            <a:prstGeom prst="rect">
              <a:avLst/>
            </a:prstGeom>
            <a:noFill/>
            <a:ln>
              <a:noFill/>
            </a:ln>
          </p:spPr>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with the slogan (2)" showMasterSp="0">
  <p:cSld name="2_Slide with the slogan (2)">
    <p:bg>
      <p:bgPr>
        <a:solidFill>
          <a:srgbClr val="252527"/>
        </a:solidFill>
      </p:bgPr>
    </p:bg>
    <p:spTree>
      <p:nvGrpSpPr>
        <p:cNvPr id="1061" name="Shape 1061"/>
        <p:cNvGrpSpPr/>
        <p:nvPr/>
      </p:nvGrpSpPr>
      <p:grpSpPr>
        <a:xfrm>
          <a:off x="0" y="0"/>
          <a:ext cx="0" cy="0"/>
          <a:chOff x="0" y="0"/>
          <a:chExt cx="0" cy="0"/>
        </a:xfrm>
      </p:grpSpPr>
      <p:sp>
        <p:nvSpPr>
          <p:cNvPr id="1062" name="Google Shape;1062;p54"/>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sp>
        <p:nvSpPr>
          <p:cNvPr id="1063" name="Google Shape;1063;p54"/>
          <p:cNvSpPr/>
          <p:nvPr/>
        </p:nvSpPr>
        <p:spPr>
          <a:xfrm>
            <a:off x="1513623" y="3161815"/>
            <a:ext cx="4658721"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1064" name="Google Shape;1064;p54"/>
          <p:cNvSpPr/>
          <p:nvPr/>
        </p:nvSpPr>
        <p:spPr>
          <a:xfrm>
            <a:off x="1854781" y="3696184"/>
            <a:ext cx="4317563" cy="2252796"/>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Galvaniho 19, 821 04 Bratislava, Slovak Republic</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a:p>
            <a:pPr indent="0" lvl="0" marL="0" marR="0" rtl="0" algn="l">
              <a:lnSpc>
                <a:spcPct val="20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asseco.com/ce</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1065" name="Google Shape;1065;p54"/>
          <p:cNvSpPr/>
          <p:nvPr/>
        </p:nvSpPr>
        <p:spPr>
          <a:xfrm>
            <a:off x="1524927" y="3820348"/>
            <a:ext cx="223632" cy="223632"/>
          </a:xfrm>
          <a:prstGeom prst="rect">
            <a:avLst/>
          </a:prstGeom>
          <a:noFill/>
          <a:ln>
            <a:noFill/>
          </a:ln>
        </p:spPr>
      </p:sp>
      <p:sp>
        <p:nvSpPr>
          <p:cNvPr id="1066" name="Google Shape;1066;p54"/>
          <p:cNvSpPr/>
          <p:nvPr/>
        </p:nvSpPr>
        <p:spPr>
          <a:xfrm>
            <a:off x="1519972" y="5120956"/>
            <a:ext cx="236786" cy="236786"/>
          </a:xfrm>
          <a:prstGeom prst="rect">
            <a:avLst/>
          </a:prstGeom>
          <a:noFill/>
          <a:ln>
            <a:noFill/>
          </a:ln>
        </p:spPr>
      </p:sp>
      <p:sp>
        <p:nvSpPr>
          <p:cNvPr id="1067" name="Google Shape;1067;p54"/>
          <p:cNvSpPr/>
          <p:nvPr/>
        </p:nvSpPr>
        <p:spPr>
          <a:xfrm>
            <a:off x="1513623" y="4239151"/>
            <a:ext cx="234936" cy="234934"/>
          </a:xfrm>
          <a:prstGeom prst="rect">
            <a:avLst/>
          </a:prstGeom>
          <a:noFill/>
          <a:ln>
            <a:noFill/>
          </a:ln>
        </p:spPr>
      </p:sp>
      <p:sp>
        <p:nvSpPr>
          <p:cNvPr id="1068" name="Google Shape;1068;p54"/>
          <p:cNvSpPr/>
          <p:nvPr/>
        </p:nvSpPr>
        <p:spPr>
          <a:xfrm>
            <a:off x="1519972" y="4722171"/>
            <a:ext cx="200824" cy="200822"/>
          </a:xfrm>
          <a:prstGeom prst="rect">
            <a:avLst/>
          </a:prstGeom>
          <a:noFill/>
          <a:ln>
            <a:noFill/>
          </a:ln>
        </p:spPr>
      </p:sp>
      <p:sp>
        <p:nvSpPr>
          <p:cNvPr id="1069" name="Google Shape;1069;p54"/>
          <p:cNvSpPr/>
          <p:nvPr/>
        </p:nvSpPr>
        <p:spPr>
          <a:xfrm>
            <a:off x="1537953" y="5546376"/>
            <a:ext cx="200824" cy="200824"/>
          </a:xfrm>
          <a:prstGeom prst="rect">
            <a:avLst/>
          </a:prstGeom>
          <a:noFill/>
          <a:ln>
            <a:noFill/>
          </a:ln>
        </p:spPr>
      </p:sp>
      <p:grpSp>
        <p:nvGrpSpPr>
          <p:cNvPr id="1070" name="Google Shape;1070;p54"/>
          <p:cNvGrpSpPr/>
          <p:nvPr/>
        </p:nvGrpSpPr>
        <p:grpSpPr>
          <a:xfrm>
            <a:off x="1524927" y="909019"/>
            <a:ext cx="4195117" cy="1700347"/>
            <a:chOff x="591186" y="2707967"/>
            <a:chExt cx="4195117" cy="1700347"/>
          </a:xfrm>
        </p:grpSpPr>
        <p:sp>
          <p:nvSpPr>
            <p:cNvPr id="1071" name="Google Shape;1071;p54"/>
            <p:cNvSpPr/>
            <p:nvPr/>
          </p:nvSpPr>
          <p:spPr>
            <a:xfrm>
              <a:off x="591187" y="2707967"/>
              <a:ext cx="4195116" cy="1059232"/>
            </a:xfrm>
            <a:prstGeom prst="rect">
              <a:avLst/>
            </a:prstGeom>
            <a:noFill/>
            <a:ln>
              <a:noFill/>
            </a:ln>
          </p:spPr>
        </p:sp>
        <p:sp>
          <p:nvSpPr>
            <p:cNvPr id="1072" name="Google Shape;1072;p54"/>
            <p:cNvSpPr/>
            <p:nvPr/>
          </p:nvSpPr>
          <p:spPr>
            <a:xfrm>
              <a:off x="591186" y="3934447"/>
              <a:ext cx="2480833" cy="473867"/>
            </a:xfrm>
            <a:prstGeom prst="rect">
              <a:avLst/>
            </a:prstGeom>
            <a:noFill/>
            <a:ln>
              <a:noFill/>
            </a:ln>
          </p:spPr>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with the slogan (3)" showMasterSp="0">
  <p:cSld name="2_Slide with the slogan (3)">
    <p:bg>
      <p:bgPr>
        <a:solidFill>
          <a:srgbClr val="252527"/>
        </a:solidFill>
      </p:bgPr>
    </p:bg>
    <p:spTree>
      <p:nvGrpSpPr>
        <p:cNvPr id="1073" name="Shape 1073"/>
        <p:cNvGrpSpPr/>
        <p:nvPr/>
      </p:nvGrpSpPr>
      <p:grpSpPr>
        <a:xfrm>
          <a:off x="0" y="0"/>
          <a:ext cx="0" cy="0"/>
          <a:chOff x="0" y="0"/>
          <a:chExt cx="0" cy="0"/>
        </a:xfrm>
      </p:grpSpPr>
      <p:sp>
        <p:nvSpPr>
          <p:cNvPr id="1074" name="Google Shape;1074;p55"/>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sp>
        <p:nvSpPr>
          <p:cNvPr id="1075" name="Google Shape;1075;p55"/>
          <p:cNvSpPr/>
          <p:nvPr/>
        </p:nvSpPr>
        <p:spPr>
          <a:xfrm>
            <a:off x="1513623" y="3161815"/>
            <a:ext cx="4658721"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1076" name="Google Shape;1076;p55"/>
          <p:cNvSpPr/>
          <p:nvPr/>
        </p:nvSpPr>
        <p:spPr>
          <a:xfrm>
            <a:off x="1854781" y="3696184"/>
            <a:ext cx="4317563" cy="2252796"/>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Galvaniho 19, 821 04 Bratislava, Slovak Republic</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a:p>
            <a:pPr indent="0" lvl="0" marL="0" marR="0" rtl="0" algn="l">
              <a:lnSpc>
                <a:spcPct val="20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asseco.com/ce</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1077" name="Google Shape;1077;p55"/>
          <p:cNvSpPr/>
          <p:nvPr/>
        </p:nvSpPr>
        <p:spPr>
          <a:xfrm>
            <a:off x="1524927" y="3820348"/>
            <a:ext cx="223632" cy="223632"/>
          </a:xfrm>
          <a:prstGeom prst="rect">
            <a:avLst/>
          </a:prstGeom>
          <a:noFill/>
          <a:ln>
            <a:noFill/>
          </a:ln>
        </p:spPr>
      </p:sp>
      <p:sp>
        <p:nvSpPr>
          <p:cNvPr id="1078" name="Google Shape;1078;p55"/>
          <p:cNvSpPr/>
          <p:nvPr/>
        </p:nvSpPr>
        <p:spPr>
          <a:xfrm>
            <a:off x="1519972" y="5120956"/>
            <a:ext cx="236786" cy="236786"/>
          </a:xfrm>
          <a:prstGeom prst="rect">
            <a:avLst/>
          </a:prstGeom>
          <a:noFill/>
          <a:ln>
            <a:noFill/>
          </a:ln>
        </p:spPr>
      </p:sp>
      <p:sp>
        <p:nvSpPr>
          <p:cNvPr id="1079" name="Google Shape;1079;p55"/>
          <p:cNvSpPr/>
          <p:nvPr/>
        </p:nvSpPr>
        <p:spPr>
          <a:xfrm>
            <a:off x="1513623" y="4239151"/>
            <a:ext cx="234936" cy="234934"/>
          </a:xfrm>
          <a:prstGeom prst="rect">
            <a:avLst/>
          </a:prstGeom>
          <a:noFill/>
          <a:ln>
            <a:noFill/>
          </a:ln>
        </p:spPr>
      </p:sp>
      <p:sp>
        <p:nvSpPr>
          <p:cNvPr id="1080" name="Google Shape;1080;p55"/>
          <p:cNvSpPr/>
          <p:nvPr/>
        </p:nvSpPr>
        <p:spPr>
          <a:xfrm>
            <a:off x="1519972" y="4722171"/>
            <a:ext cx="200824" cy="200822"/>
          </a:xfrm>
          <a:prstGeom prst="rect">
            <a:avLst/>
          </a:prstGeom>
          <a:noFill/>
          <a:ln>
            <a:noFill/>
          </a:ln>
        </p:spPr>
      </p:sp>
      <p:sp>
        <p:nvSpPr>
          <p:cNvPr id="1081" name="Google Shape;1081;p55"/>
          <p:cNvSpPr/>
          <p:nvPr/>
        </p:nvSpPr>
        <p:spPr>
          <a:xfrm>
            <a:off x="1537953" y="5546376"/>
            <a:ext cx="200824" cy="200824"/>
          </a:xfrm>
          <a:prstGeom prst="rect">
            <a:avLst/>
          </a:prstGeom>
          <a:noFill/>
          <a:ln>
            <a:noFill/>
          </a:ln>
        </p:spPr>
      </p:sp>
      <p:grpSp>
        <p:nvGrpSpPr>
          <p:cNvPr id="1082" name="Google Shape;1082;p55"/>
          <p:cNvGrpSpPr/>
          <p:nvPr/>
        </p:nvGrpSpPr>
        <p:grpSpPr>
          <a:xfrm>
            <a:off x="1524927" y="909019"/>
            <a:ext cx="4195117" cy="1700347"/>
            <a:chOff x="591186" y="2707967"/>
            <a:chExt cx="4195117" cy="1700347"/>
          </a:xfrm>
        </p:grpSpPr>
        <p:sp>
          <p:nvSpPr>
            <p:cNvPr id="1083" name="Google Shape;1083;p55"/>
            <p:cNvSpPr/>
            <p:nvPr/>
          </p:nvSpPr>
          <p:spPr>
            <a:xfrm>
              <a:off x="591187" y="2707967"/>
              <a:ext cx="4195116" cy="1059232"/>
            </a:xfrm>
            <a:prstGeom prst="rect">
              <a:avLst/>
            </a:prstGeom>
            <a:noFill/>
            <a:ln>
              <a:noFill/>
            </a:ln>
          </p:spPr>
        </p:sp>
        <p:sp>
          <p:nvSpPr>
            <p:cNvPr id="1084" name="Google Shape;1084;p55"/>
            <p:cNvSpPr/>
            <p:nvPr/>
          </p:nvSpPr>
          <p:spPr>
            <a:xfrm>
              <a:off x="591186" y="3934447"/>
              <a:ext cx="2480833" cy="473867"/>
            </a:xfrm>
            <a:prstGeom prst="rect">
              <a:avLst/>
            </a:prstGeom>
            <a:noFill/>
            <a:ln>
              <a:noFill/>
            </a:ln>
          </p:spPr>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with the slogan (4)" showMasterSp="0">
  <p:cSld name="2_Slide with the slogan (4)">
    <p:bg>
      <p:bgPr>
        <a:solidFill>
          <a:srgbClr val="252527"/>
        </a:solidFill>
      </p:bgPr>
    </p:bg>
    <p:spTree>
      <p:nvGrpSpPr>
        <p:cNvPr id="1085" name="Shape 1085"/>
        <p:cNvGrpSpPr/>
        <p:nvPr/>
      </p:nvGrpSpPr>
      <p:grpSpPr>
        <a:xfrm>
          <a:off x="0" y="0"/>
          <a:ext cx="0" cy="0"/>
          <a:chOff x="0" y="0"/>
          <a:chExt cx="0" cy="0"/>
        </a:xfrm>
      </p:grpSpPr>
      <p:sp>
        <p:nvSpPr>
          <p:cNvPr id="1086" name="Google Shape;1086;p56"/>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sp>
        <p:nvSpPr>
          <p:cNvPr id="1087" name="Google Shape;1087;p56"/>
          <p:cNvSpPr/>
          <p:nvPr/>
        </p:nvSpPr>
        <p:spPr>
          <a:xfrm>
            <a:off x="1513623" y="3161815"/>
            <a:ext cx="4658721"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1088" name="Google Shape;1088;p56"/>
          <p:cNvSpPr/>
          <p:nvPr/>
        </p:nvSpPr>
        <p:spPr>
          <a:xfrm>
            <a:off x="1854781" y="3696184"/>
            <a:ext cx="4317563" cy="2252796"/>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Galvaniho 19, 821 04 Bratislava, Slovak Republic</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a:p>
            <a:pPr indent="0" lvl="0" marL="0" marR="0" rtl="0" algn="l">
              <a:lnSpc>
                <a:spcPct val="20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asseco.com/ce</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1089" name="Google Shape;1089;p56"/>
          <p:cNvSpPr/>
          <p:nvPr/>
        </p:nvSpPr>
        <p:spPr>
          <a:xfrm>
            <a:off x="1524927" y="3820348"/>
            <a:ext cx="223632" cy="223632"/>
          </a:xfrm>
          <a:prstGeom prst="rect">
            <a:avLst/>
          </a:prstGeom>
          <a:noFill/>
          <a:ln>
            <a:noFill/>
          </a:ln>
        </p:spPr>
      </p:sp>
      <p:sp>
        <p:nvSpPr>
          <p:cNvPr id="1090" name="Google Shape;1090;p56"/>
          <p:cNvSpPr/>
          <p:nvPr/>
        </p:nvSpPr>
        <p:spPr>
          <a:xfrm>
            <a:off x="1519972" y="5120956"/>
            <a:ext cx="236786" cy="236786"/>
          </a:xfrm>
          <a:prstGeom prst="rect">
            <a:avLst/>
          </a:prstGeom>
          <a:noFill/>
          <a:ln>
            <a:noFill/>
          </a:ln>
        </p:spPr>
      </p:sp>
      <p:sp>
        <p:nvSpPr>
          <p:cNvPr id="1091" name="Google Shape;1091;p56"/>
          <p:cNvSpPr/>
          <p:nvPr/>
        </p:nvSpPr>
        <p:spPr>
          <a:xfrm>
            <a:off x="1513623" y="4239151"/>
            <a:ext cx="234936" cy="234934"/>
          </a:xfrm>
          <a:prstGeom prst="rect">
            <a:avLst/>
          </a:prstGeom>
          <a:noFill/>
          <a:ln>
            <a:noFill/>
          </a:ln>
        </p:spPr>
      </p:sp>
      <p:sp>
        <p:nvSpPr>
          <p:cNvPr id="1092" name="Google Shape;1092;p56"/>
          <p:cNvSpPr/>
          <p:nvPr/>
        </p:nvSpPr>
        <p:spPr>
          <a:xfrm>
            <a:off x="1519972" y="4722171"/>
            <a:ext cx="200824" cy="200822"/>
          </a:xfrm>
          <a:prstGeom prst="rect">
            <a:avLst/>
          </a:prstGeom>
          <a:noFill/>
          <a:ln>
            <a:noFill/>
          </a:ln>
        </p:spPr>
      </p:sp>
      <p:sp>
        <p:nvSpPr>
          <p:cNvPr id="1093" name="Google Shape;1093;p56"/>
          <p:cNvSpPr/>
          <p:nvPr/>
        </p:nvSpPr>
        <p:spPr>
          <a:xfrm>
            <a:off x="1537953" y="5546376"/>
            <a:ext cx="200824" cy="200824"/>
          </a:xfrm>
          <a:prstGeom prst="rect">
            <a:avLst/>
          </a:prstGeom>
          <a:noFill/>
          <a:ln>
            <a:noFill/>
          </a:ln>
        </p:spPr>
      </p:sp>
      <p:grpSp>
        <p:nvGrpSpPr>
          <p:cNvPr id="1094" name="Google Shape;1094;p56"/>
          <p:cNvGrpSpPr/>
          <p:nvPr/>
        </p:nvGrpSpPr>
        <p:grpSpPr>
          <a:xfrm>
            <a:off x="1524927" y="909019"/>
            <a:ext cx="4195117" cy="1700347"/>
            <a:chOff x="591186" y="2707967"/>
            <a:chExt cx="4195117" cy="1700347"/>
          </a:xfrm>
        </p:grpSpPr>
        <p:sp>
          <p:nvSpPr>
            <p:cNvPr id="1095" name="Google Shape;1095;p56"/>
            <p:cNvSpPr/>
            <p:nvPr/>
          </p:nvSpPr>
          <p:spPr>
            <a:xfrm>
              <a:off x="591187" y="2707967"/>
              <a:ext cx="4195116" cy="1059232"/>
            </a:xfrm>
            <a:prstGeom prst="rect">
              <a:avLst/>
            </a:prstGeom>
            <a:noFill/>
            <a:ln>
              <a:noFill/>
            </a:ln>
          </p:spPr>
        </p:sp>
        <p:sp>
          <p:nvSpPr>
            <p:cNvPr id="1096" name="Google Shape;1096;p56"/>
            <p:cNvSpPr/>
            <p:nvPr/>
          </p:nvSpPr>
          <p:spPr>
            <a:xfrm>
              <a:off x="591186" y="3934447"/>
              <a:ext cx="2480833" cy="473867"/>
            </a:xfrm>
            <a:prstGeom prst="rect">
              <a:avLst/>
            </a:prstGeom>
            <a:noFill/>
            <a:ln>
              <a:noFill/>
            </a:ln>
          </p:spPr>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with the slogan (5)" showMasterSp="0">
  <p:cSld name="2_Slide with the slogan (5)">
    <p:bg>
      <p:bgPr>
        <a:solidFill>
          <a:srgbClr val="252527"/>
        </a:solidFill>
      </p:bgPr>
    </p:bg>
    <p:spTree>
      <p:nvGrpSpPr>
        <p:cNvPr id="1097" name="Shape 1097"/>
        <p:cNvGrpSpPr/>
        <p:nvPr/>
      </p:nvGrpSpPr>
      <p:grpSpPr>
        <a:xfrm>
          <a:off x="0" y="0"/>
          <a:ext cx="0" cy="0"/>
          <a:chOff x="0" y="0"/>
          <a:chExt cx="0" cy="0"/>
        </a:xfrm>
      </p:grpSpPr>
      <p:sp>
        <p:nvSpPr>
          <p:cNvPr id="1098" name="Google Shape;1098;p57"/>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sp>
        <p:nvSpPr>
          <p:cNvPr id="1099" name="Google Shape;1099;p57"/>
          <p:cNvSpPr/>
          <p:nvPr/>
        </p:nvSpPr>
        <p:spPr>
          <a:xfrm>
            <a:off x="1513623" y="3161815"/>
            <a:ext cx="4658721"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1100" name="Google Shape;1100;p57"/>
          <p:cNvSpPr/>
          <p:nvPr/>
        </p:nvSpPr>
        <p:spPr>
          <a:xfrm>
            <a:off x="1854781" y="3696184"/>
            <a:ext cx="4317563" cy="2252796"/>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Galvaniho 19, 821 04 Bratislava, Slovak Republic</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a:p>
            <a:pPr indent="0" lvl="0" marL="0" marR="0" rtl="0" algn="l">
              <a:lnSpc>
                <a:spcPct val="20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asseco.com/ce</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1101" name="Google Shape;1101;p57"/>
          <p:cNvSpPr/>
          <p:nvPr/>
        </p:nvSpPr>
        <p:spPr>
          <a:xfrm>
            <a:off x="1524927" y="3820348"/>
            <a:ext cx="223632" cy="223632"/>
          </a:xfrm>
          <a:prstGeom prst="rect">
            <a:avLst/>
          </a:prstGeom>
          <a:noFill/>
          <a:ln>
            <a:noFill/>
          </a:ln>
        </p:spPr>
      </p:sp>
      <p:sp>
        <p:nvSpPr>
          <p:cNvPr id="1102" name="Google Shape;1102;p57"/>
          <p:cNvSpPr/>
          <p:nvPr/>
        </p:nvSpPr>
        <p:spPr>
          <a:xfrm>
            <a:off x="1519972" y="5120956"/>
            <a:ext cx="236786" cy="236786"/>
          </a:xfrm>
          <a:prstGeom prst="rect">
            <a:avLst/>
          </a:prstGeom>
          <a:noFill/>
          <a:ln>
            <a:noFill/>
          </a:ln>
        </p:spPr>
      </p:sp>
      <p:sp>
        <p:nvSpPr>
          <p:cNvPr id="1103" name="Google Shape;1103;p57"/>
          <p:cNvSpPr/>
          <p:nvPr/>
        </p:nvSpPr>
        <p:spPr>
          <a:xfrm>
            <a:off x="1513623" y="4239151"/>
            <a:ext cx="234936" cy="234934"/>
          </a:xfrm>
          <a:prstGeom prst="rect">
            <a:avLst/>
          </a:prstGeom>
          <a:noFill/>
          <a:ln>
            <a:noFill/>
          </a:ln>
        </p:spPr>
      </p:sp>
      <p:sp>
        <p:nvSpPr>
          <p:cNvPr id="1104" name="Google Shape;1104;p57"/>
          <p:cNvSpPr/>
          <p:nvPr/>
        </p:nvSpPr>
        <p:spPr>
          <a:xfrm>
            <a:off x="1519972" y="4722171"/>
            <a:ext cx="200824" cy="200822"/>
          </a:xfrm>
          <a:prstGeom prst="rect">
            <a:avLst/>
          </a:prstGeom>
          <a:noFill/>
          <a:ln>
            <a:noFill/>
          </a:ln>
        </p:spPr>
      </p:sp>
      <p:sp>
        <p:nvSpPr>
          <p:cNvPr id="1105" name="Google Shape;1105;p57"/>
          <p:cNvSpPr/>
          <p:nvPr/>
        </p:nvSpPr>
        <p:spPr>
          <a:xfrm>
            <a:off x="1537953" y="5546376"/>
            <a:ext cx="200824" cy="200824"/>
          </a:xfrm>
          <a:prstGeom prst="rect">
            <a:avLst/>
          </a:prstGeom>
          <a:noFill/>
          <a:ln>
            <a:noFill/>
          </a:ln>
        </p:spPr>
      </p:sp>
      <p:grpSp>
        <p:nvGrpSpPr>
          <p:cNvPr id="1106" name="Google Shape;1106;p57"/>
          <p:cNvGrpSpPr/>
          <p:nvPr/>
        </p:nvGrpSpPr>
        <p:grpSpPr>
          <a:xfrm>
            <a:off x="1524927" y="909019"/>
            <a:ext cx="4195117" cy="1700347"/>
            <a:chOff x="591186" y="2707967"/>
            <a:chExt cx="4195117" cy="1700347"/>
          </a:xfrm>
        </p:grpSpPr>
        <p:sp>
          <p:nvSpPr>
            <p:cNvPr id="1107" name="Google Shape;1107;p57"/>
            <p:cNvSpPr/>
            <p:nvPr/>
          </p:nvSpPr>
          <p:spPr>
            <a:xfrm>
              <a:off x="591187" y="2707967"/>
              <a:ext cx="4195116" cy="1059232"/>
            </a:xfrm>
            <a:prstGeom prst="rect">
              <a:avLst/>
            </a:prstGeom>
            <a:noFill/>
            <a:ln>
              <a:noFill/>
            </a:ln>
          </p:spPr>
        </p:sp>
        <p:sp>
          <p:nvSpPr>
            <p:cNvPr id="1108" name="Google Shape;1108;p57"/>
            <p:cNvSpPr/>
            <p:nvPr/>
          </p:nvSpPr>
          <p:spPr>
            <a:xfrm>
              <a:off x="591186" y="3934447"/>
              <a:ext cx="2480833" cy="473867"/>
            </a:xfrm>
            <a:prstGeom prst="rect">
              <a:avLst/>
            </a:prstGeom>
            <a:noFill/>
            <a:ln>
              <a:noFill/>
            </a:ln>
          </p:spPr>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Slide with the slogan (6)" showMasterSp="0">
  <p:cSld name="2_Slide with the slogan (6)">
    <p:bg>
      <p:bgPr>
        <a:solidFill>
          <a:srgbClr val="252527"/>
        </a:solidFill>
      </p:bgPr>
    </p:bg>
    <p:spTree>
      <p:nvGrpSpPr>
        <p:cNvPr id="1109" name="Shape 1109"/>
        <p:cNvGrpSpPr/>
        <p:nvPr/>
      </p:nvGrpSpPr>
      <p:grpSpPr>
        <a:xfrm>
          <a:off x="0" y="0"/>
          <a:ext cx="0" cy="0"/>
          <a:chOff x="0" y="0"/>
          <a:chExt cx="0" cy="0"/>
        </a:xfrm>
      </p:grpSpPr>
      <p:sp>
        <p:nvSpPr>
          <p:cNvPr id="1110" name="Google Shape;1110;p58"/>
          <p:cNvSpPr/>
          <p:nvPr/>
        </p:nvSpPr>
        <p:spPr>
          <a:xfrm>
            <a:off x="0" y="0"/>
            <a:ext cx="12192000" cy="6858000"/>
          </a:xfrm>
          <a:prstGeom prst="rect">
            <a:avLst/>
          </a:prstGeom>
          <a:solidFill>
            <a:srgbClr val="111111"/>
          </a:solidFill>
          <a:ln>
            <a:noFill/>
          </a:ln>
        </p:spPr>
        <p:txBody>
          <a:bodyPr anchorCtr="0" anchor="ctr" bIns="60950" lIns="121900" spcFirstLastPara="1" rIns="121900" wrap="square" tIns="60950">
            <a:noAutofit/>
          </a:bodyPr>
          <a:lstStyle/>
          <a:p>
            <a:pPr indent="0" lvl="0" marL="0" marR="0" rtl="0" algn="ctr">
              <a:spcBef>
                <a:spcPts val="0"/>
              </a:spcBef>
              <a:spcAft>
                <a:spcPts val="0"/>
              </a:spcAft>
              <a:buNone/>
            </a:pPr>
            <a:r>
              <a:t/>
            </a:r>
            <a:endParaRPr sz="3200">
              <a:solidFill>
                <a:schemeClr val="dk1"/>
              </a:solidFill>
              <a:latin typeface="Roboto Light"/>
              <a:ea typeface="Roboto Light"/>
              <a:cs typeface="Roboto Light"/>
              <a:sym typeface="Roboto Light"/>
            </a:endParaRPr>
          </a:p>
        </p:txBody>
      </p:sp>
      <p:sp>
        <p:nvSpPr>
          <p:cNvPr id="1111" name="Google Shape;1111;p58"/>
          <p:cNvSpPr/>
          <p:nvPr/>
        </p:nvSpPr>
        <p:spPr>
          <a:xfrm>
            <a:off x="1513623" y="3161815"/>
            <a:ext cx="4658721" cy="534369"/>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0" lang="en-US" sz="2933">
                <a:solidFill>
                  <a:schemeClr val="lt1"/>
                </a:solidFill>
                <a:latin typeface="Roboto Light"/>
                <a:ea typeface="Roboto Light"/>
                <a:cs typeface="Roboto Light"/>
                <a:sym typeface="Roboto Light"/>
              </a:rPr>
              <a:t>Asseco Central Europe</a:t>
            </a:r>
            <a:endParaRPr b="0" sz="2933">
              <a:solidFill>
                <a:schemeClr val="lt1"/>
              </a:solidFill>
              <a:latin typeface="Roboto Light"/>
              <a:ea typeface="Roboto Light"/>
              <a:cs typeface="Roboto Light"/>
              <a:sym typeface="Roboto Light"/>
            </a:endParaRPr>
          </a:p>
        </p:txBody>
      </p:sp>
      <p:sp>
        <p:nvSpPr>
          <p:cNvPr id="1112" name="Google Shape;1112;p58"/>
          <p:cNvSpPr/>
          <p:nvPr/>
        </p:nvSpPr>
        <p:spPr>
          <a:xfrm>
            <a:off x="1854781" y="3696184"/>
            <a:ext cx="4317563" cy="2252796"/>
          </a:xfrm>
          <a:prstGeom prst="rect">
            <a:avLst/>
          </a:prstGeom>
          <a:noFill/>
          <a:ln>
            <a:noFill/>
          </a:ln>
        </p:spPr>
        <p:txBody>
          <a:bodyPr anchorCtr="0" anchor="t" bIns="0" lIns="0" spcFirstLastPara="1" rIns="0" wrap="square" tIns="0">
            <a:noAutofit/>
          </a:bodyPr>
          <a:lstStyle/>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Galvaniho 19, 821 04 Bratislava, Slovak Republic</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+421 220 838 400</a:t>
            </a:r>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sales@asseco-ce.com</a:t>
            </a:r>
            <a:endParaRPr/>
          </a:p>
          <a:p>
            <a:pPr indent="0" lvl="0" marL="0" marR="0" rtl="0" algn="l">
              <a:lnSpc>
                <a:spcPct val="200000"/>
              </a:lnSpc>
              <a:spcBef>
                <a:spcPts val="0"/>
              </a:spcBef>
              <a:spcAft>
                <a:spcPts val="0"/>
              </a:spcAft>
              <a:buClr>
                <a:schemeClr val="lt1"/>
              </a:buClr>
              <a:buSzPts val="1400"/>
              <a:buFont typeface="Roboto Light"/>
              <a:buNone/>
            </a:pPr>
            <a:r>
              <a:rPr lang="en-US" sz="1400">
                <a:solidFill>
                  <a:schemeClr val="lt1"/>
                </a:solidFill>
                <a:latin typeface="Roboto Light"/>
                <a:ea typeface="Roboto Light"/>
                <a:cs typeface="Roboto Light"/>
                <a:sym typeface="Roboto Light"/>
              </a:rPr>
              <a:t>asseco.com/ce</a:t>
            </a:r>
            <a:endParaRPr sz="1400">
              <a:solidFill>
                <a:schemeClr val="lt1"/>
              </a:solidFill>
              <a:latin typeface="Roboto Light"/>
              <a:ea typeface="Roboto Light"/>
              <a:cs typeface="Roboto Light"/>
              <a:sym typeface="Roboto Light"/>
            </a:endParaRPr>
          </a:p>
          <a:p>
            <a:pPr indent="0" lvl="0" marL="0" marR="0" rtl="0" algn="l">
              <a:lnSpc>
                <a:spcPct val="200000"/>
              </a:lnSpc>
              <a:spcBef>
                <a:spcPts val="0"/>
              </a:spcBef>
              <a:spcAft>
                <a:spcPts val="0"/>
              </a:spcAft>
              <a:buNone/>
            </a:pPr>
            <a:r>
              <a:rPr lang="en-US" sz="1400">
                <a:solidFill>
                  <a:schemeClr val="lt1"/>
                </a:solidFill>
                <a:latin typeface="Roboto Light"/>
                <a:ea typeface="Roboto Light"/>
                <a:cs typeface="Roboto Light"/>
                <a:sym typeface="Roboto Light"/>
              </a:rPr>
              <a:t>linkedin.com/company/asseco-central-europe</a:t>
            </a:r>
            <a:endParaRPr/>
          </a:p>
        </p:txBody>
      </p:sp>
      <p:sp>
        <p:nvSpPr>
          <p:cNvPr id="1113" name="Google Shape;1113;p58"/>
          <p:cNvSpPr/>
          <p:nvPr/>
        </p:nvSpPr>
        <p:spPr>
          <a:xfrm>
            <a:off x="1524927" y="3820348"/>
            <a:ext cx="223632" cy="223632"/>
          </a:xfrm>
          <a:prstGeom prst="rect">
            <a:avLst/>
          </a:prstGeom>
          <a:noFill/>
          <a:ln>
            <a:noFill/>
          </a:ln>
        </p:spPr>
      </p:sp>
      <p:sp>
        <p:nvSpPr>
          <p:cNvPr id="1114" name="Google Shape;1114;p58"/>
          <p:cNvSpPr/>
          <p:nvPr/>
        </p:nvSpPr>
        <p:spPr>
          <a:xfrm>
            <a:off x="1519972" y="5120956"/>
            <a:ext cx="236786" cy="236786"/>
          </a:xfrm>
          <a:prstGeom prst="rect">
            <a:avLst/>
          </a:prstGeom>
          <a:noFill/>
          <a:ln>
            <a:noFill/>
          </a:ln>
        </p:spPr>
      </p:sp>
      <p:sp>
        <p:nvSpPr>
          <p:cNvPr id="1115" name="Google Shape;1115;p58"/>
          <p:cNvSpPr/>
          <p:nvPr/>
        </p:nvSpPr>
        <p:spPr>
          <a:xfrm>
            <a:off x="1513623" y="4239151"/>
            <a:ext cx="234936" cy="234934"/>
          </a:xfrm>
          <a:prstGeom prst="rect">
            <a:avLst/>
          </a:prstGeom>
          <a:noFill/>
          <a:ln>
            <a:noFill/>
          </a:ln>
        </p:spPr>
      </p:sp>
      <p:sp>
        <p:nvSpPr>
          <p:cNvPr id="1116" name="Google Shape;1116;p58"/>
          <p:cNvSpPr/>
          <p:nvPr/>
        </p:nvSpPr>
        <p:spPr>
          <a:xfrm>
            <a:off x="1519972" y="4722171"/>
            <a:ext cx="200824" cy="200822"/>
          </a:xfrm>
          <a:prstGeom prst="rect">
            <a:avLst/>
          </a:prstGeom>
          <a:noFill/>
          <a:ln>
            <a:noFill/>
          </a:ln>
        </p:spPr>
      </p:sp>
      <p:sp>
        <p:nvSpPr>
          <p:cNvPr id="1117" name="Google Shape;1117;p58"/>
          <p:cNvSpPr/>
          <p:nvPr/>
        </p:nvSpPr>
        <p:spPr>
          <a:xfrm>
            <a:off x="1537953" y="5546376"/>
            <a:ext cx="200824" cy="200824"/>
          </a:xfrm>
          <a:prstGeom prst="rect">
            <a:avLst/>
          </a:prstGeom>
          <a:noFill/>
          <a:ln>
            <a:noFill/>
          </a:ln>
        </p:spPr>
      </p:sp>
      <p:grpSp>
        <p:nvGrpSpPr>
          <p:cNvPr id="1118" name="Google Shape;1118;p58"/>
          <p:cNvGrpSpPr/>
          <p:nvPr/>
        </p:nvGrpSpPr>
        <p:grpSpPr>
          <a:xfrm>
            <a:off x="1524927" y="909019"/>
            <a:ext cx="4195117" cy="1700347"/>
            <a:chOff x="591186" y="2707967"/>
            <a:chExt cx="4195117" cy="1700347"/>
          </a:xfrm>
        </p:grpSpPr>
        <p:sp>
          <p:nvSpPr>
            <p:cNvPr id="1119" name="Google Shape;1119;p58"/>
            <p:cNvSpPr/>
            <p:nvPr/>
          </p:nvSpPr>
          <p:spPr>
            <a:xfrm>
              <a:off x="591187" y="2707967"/>
              <a:ext cx="4195116" cy="1059232"/>
            </a:xfrm>
            <a:prstGeom prst="rect">
              <a:avLst/>
            </a:prstGeom>
            <a:noFill/>
            <a:ln>
              <a:noFill/>
            </a:ln>
          </p:spPr>
        </p:sp>
        <p:sp>
          <p:nvSpPr>
            <p:cNvPr id="1120" name="Google Shape;1120;p58"/>
            <p:cNvSpPr/>
            <p:nvPr/>
          </p:nvSpPr>
          <p:spPr>
            <a:xfrm>
              <a:off x="591186" y="3934447"/>
              <a:ext cx="2480833" cy="473867"/>
            </a:xfrm>
            <a:prstGeom prst="rect">
              <a:avLst/>
            </a:prstGeom>
            <a:noFill/>
            <a:ln>
              <a:noFill/>
            </a:ln>
          </p:spPr>
        </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1" showMasterSp="0">
  <p:cSld name="Disclaimer 1">
    <p:bg>
      <p:bgPr>
        <a:solidFill>
          <a:schemeClr val="accent1"/>
        </a:solidFill>
      </p:bgPr>
    </p:bg>
    <p:spTree>
      <p:nvGrpSpPr>
        <p:cNvPr id="1121" name="Shape 1121"/>
        <p:cNvGrpSpPr/>
        <p:nvPr/>
      </p:nvGrpSpPr>
      <p:grpSpPr>
        <a:xfrm>
          <a:off x="0" y="0"/>
          <a:ext cx="0" cy="0"/>
          <a:chOff x="0" y="0"/>
          <a:chExt cx="0" cy="0"/>
        </a:xfrm>
      </p:grpSpPr>
      <p:grpSp>
        <p:nvGrpSpPr>
          <p:cNvPr id="1122" name="Google Shape;1122;p59"/>
          <p:cNvGrpSpPr/>
          <p:nvPr/>
        </p:nvGrpSpPr>
        <p:grpSpPr>
          <a:xfrm rot="5400000">
            <a:off x="-3572540" y="3312041"/>
            <a:ext cx="6815472" cy="233918"/>
            <a:chOff x="0" y="-711770"/>
            <a:chExt cx="4642907" cy="564813"/>
          </a:xfrm>
        </p:grpSpPr>
        <p:grpSp>
          <p:nvGrpSpPr>
            <p:cNvPr id="1123" name="Google Shape;1123;p59"/>
            <p:cNvGrpSpPr/>
            <p:nvPr/>
          </p:nvGrpSpPr>
          <p:grpSpPr>
            <a:xfrm>
              <a:off x="791421" y="-711770"/>
              <a:ext cx="685800" cy="564813"/>
              <a:chOff x="304800" y="937146"/>
              <a:chExt cx="1624082" cy="286603"/>
            </a:xfrm>
          </p:grpSpPr>
          <p:sp>
            <p:nvSpPr>
              <p:cNvPr id="1124" name="Google Shape;1124;p59"/>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25" name="Google Shape;1125;p59"/>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26" name="Google Shape;1126;p59"/>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27" name="Google Shape;1127;p59"/>
            <p:cNvGrpSpPr/>
            <p:nvPr/>
          </p:nvGrpSpPr>
          <p:grpSpPr>
            <a:xfrm>
              <a:off x="2374263" y="-711770"/>
              <a:ext cx="685800" cy="564813"/>
              <a:chOff x="304800" y="937146"/>
              <a:chExt cx="1624082" cy="286603"/>
            </a:xfrm>
          </p:grpSpPr>
          <p:sp>
            <p:nvSpPr>
              <p:cNvPr id="1128" name="Google Shape;1128;p59"/>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29" name="Google Shape;1129;p59"/>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30" name="Google Shape;1130;p59"/>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31" name="Google Shape;1131;p59"/>
            <p:cNvGrpSpPr/>
            <p:nvPr/>
          </p:nvGrpSpPr>
          <p:grpSpPr>
            <a:xfrm>
              <a:off x="1582842" y="-711770"/>
              <a:ext cx="685800" cy="564813"/>
              <a:chOff x="304800" y="937146"/>
              <a:chExt cx="1624082" cy="286603"/>
            </a:xfrm>
          </p:grpSpPr>
          <p:sp>
            <p:nvSpPr>
              <p:cNvPr id="1132" name="Google Shape;1132;p59"/>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33" name="Google Shape;1133;p59"/>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34" name="Google Shape;1134;p59"/>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35" name="Google Shape;1135;p59"/>
            <p:cNvGrpSpPr/>
            <p:nvPr/>
          </p:nvGrpSpPr>
          <p:grpSpPr>
            <a:xfrm>
              <a:off x="0" y="-711770"/>
              <a:ext cx="685800" cy="564813"/>
              <a:chOff x="304800" y="937146"/>
              <a:chExt cx="1624082" cy="286603"/>
            </a:xfrm>
          </p:grpSpPr>
          <p:sp>
            <p:nvSpPr>
              <p:cNvPr id="1136" name="Google Shape;1136;p59"/>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37" name="Google Shape;1137;p59"/>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38" name="Google Shape;1138;p59"/>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39" name="Google Shape;1139;p59"/>
            <p:cNvGrpSpPr/>
            <p:nvPr/>
          </p:nvGrpSpPr>
          <p:grpSpPr>
            <a:xfrm>
              <a:off x="3957107" y="-711770"/>
              <a:ext cx="685800" cy="564813"/>
              <a:chOff x="304800" y="937146"/>
              <a:chExt cx="1624082" cy="286603"/>
            </a:xfrm>
          </p:grpSpPr>
          <p:sp>
            <p:nvSpPr>
              <p:cNvPr id="1140" name="Google Shape;1140;p59"/>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41" name="Google Shape;1141;p59"/>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42" name="Google Shape;1142;p59"/>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43" name="Google Shape;1143;p59"/>
            <p:cNvGrpSpPr/>
            <p:nvPr/>
          </p:nvGrpSpPr>
          <p:grpSpPr>
            <a:xfrm>
              <a:off x="3165684" y="-711770"/>
              <a:ext cx="685800" cy="564813"/>
              <a:chOff x="304800" y="937146"/>
              <a:chExt cx="1624082" cy="286603"/>
            </a:xfrm>
          </p:grpSpPr>
          <p:sp>
            <p:nvSpPr>
              <p:cNvPr id="1144" name="Google Shape;1144;p59"/>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45" name="Google Shape;1145;p59"/>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46" name="Google Shape;1146;p59"/>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1147" name="Google Shape;1147;p59"/>
          <p:cNvSpPr txBox="1"/>
          <p:nvPr/>
        </p:nvSpPr>
        <p:spPr>
          <a:xfrm>
            <a:off x="526629" y="848201"/>
            <a:ext cx="11234631" cy="7926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chemeClr val="lt1"/>
              </a:buClr>
              <a:buSzPts val="4000"/>
              <a:buFont typeface="Roboto Light"/>
              <a:buNone/>
            </a:pPr>
            <a:r>
              <a:rPr b="0" lang="en-US" sz="4000">
                <a:solidFill>
                  <a:schemeClr val="lt1"/>
                </a:solidFill>
                <a:latin typeface="Roboto Light"/>
                <a:ea typeface="Roboto Light"/>
                <a:cs typeface="Roboto Light"/>
                <a:sym typeface="Roboto Light"/>
              </a:rPr>
              <a:t>Legal disclaimer</a:t>
            </a:r>
            <a:endParaRPr/>
          </a:p>
        </p:txBody>
      </p:sp>
      <p:sp>
        <p:nvSpPr>
          <p:cNvPr id="1148" name="Google Shape;1148;p59"/>
          <p:cNvSpPr/>
          <p:nvPr/>
        </p:nvSpPr>
        <p:spPr>
          <a:xfrm>
            <a:off x="526629" y="6362623"/>
            <a:ext cx="2814873" cy="30777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400">
                <a:solidFill>
                  <a:schemeClr val="lt1"/>
                </a:solidFill>
                <a:latin typeface="Roboto Light"/>
                <a:ea typeface="Roboto Light"/>
                <a:cs typeface="Roboto Light"/>
                <a:sym typeface="Roboto Light"/>
              </a:rPr>
              <a:t>2026 © Asseco Central Europe, a. s.</a:t>
            </a:r>
            <a:endParaRPr sz="1400">
              <a:solidFill>
                <a:schemeClr val="lt1"/>
              </a:solidFill>
              <a:latin typeface="Roboto Light"/>
              <a:ea typeface="Roboto Light"/>
              <a:cs typeface="Roboto Light"/>
              <a:sym typeface="Roboto Light"/>
            </a:endParaRPr>
          </a:p>
        </p:txBody>
      </p:sp>
      <p:sp>
        <p:nvSpPr>
          <p:cNvPr id="1149" name="Google Shape;1149;p59"/>
          <p:cNvSpPr txBox="1"/>
          <p:nvPr/>
        </p:nvSpPr>
        <p:spPr>
          <a:xfrm>
            <a:off x="526628" y="2372474"/>
            <a:ext cx="11218907" cy="2318583"/>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Clr>
                <a:schemeClr val="accent1"/>
              </a:buClr>
              <a:buSzPts val="1920"/>
              <a:buFont typeface="Arial"/>
              <a:buNone/>
            </a:pPr>
            <a:r>
              <a:rPr lang="en-US" sz="1600">
                <a:solidFill>
                  <a:schemeClr val="lt1"/>
                </a:solidFill>
                <a:latin typeface="Roboto Light"/>
                <a:ea typeface="Roboto Light"/>
                <a:cs typeface="Roboto Light"/>
                <a:sym typeface="Roboto Light"/>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endParaRPr/>
          </a:p>
          <a:p>
            <a:pPr indent="0" lvl="0" marL="0" marR="0" rtl="0" algn="just">
              <a:lnSpc>
                <a:spcPct val="150000"/>
              </a:lnSpc>
              <a:spcBef>
                <a:spcPts val="800"/>
              </a:spcBef>
              <a:spcAft>
                <a:spcPts val="0"/>
              </a:spcAft>
              <a:buClr>
                <a:schemeClr val="accent1"/>
              </a:buClr>
              <a:buSzPts val="1920"/>
              <a:buFont typeface="Arial"/>
              <a:buNone/>
            </a:pPr>
            <a:r>
              <a:t/>
            </a:r>
            <a:endParaRPr sz="1600">
              <a:solidFill>
                <a:schemeClr val="dk1"/>
              </a:solidFill>
              <a:latin typeface="Roboto Light"/>
              <a:ea typeface="Roboto Light"/>
              <a:cs typeface="Roboto Light"/>
              <a:sym typeface="Roboto Light"/>
            </a:endParaRPr>
          </a:p>
        </p:txBody>
      </p:sp>
      <p:grpSp>
        <p:nvGrpSpPr>
          <p:cNvPr id="1150" name="Google Shape;1150;p59"/>
          <p:cNvGrpSpPr/>
          <p:nvPr/>
        </p:nvGrpSpPr>
        <p:grpSpPr>
          <a:xfrm>
            <a:off x="10271760" y="304437"/>
            <a:ext cx="1470184" cy="161990"/>
            <a:chOff x="1719263" y="3114675"/>
            <a:chExt cx="5705476" cy="628650"/>
          </a:xfrm>
        </p:grpSpPr>
        <p:sp>
          <p:nvSpPr>
            <p:cNvPr id="1151" name="Google Shape;1151;p59"/>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152" name="Google Shape;1152;p59"/>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153" name="Google Shape;1153;p59"/>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154" name="Google Shape;1154;p59"/>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155" name="Google Shape;1155;p59"/>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156" name="Google Shape;1156;p59"/>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2" showMasterSp="0">
  <p:cSld name="Disclaimer 2">
    <p:bg>
      <p:bgPr>
        <a:solidFill>
          <a:schemeClr val="lt2"/>
        </a:solidFill>
      </p:bgPr>
    </p:bg>
    <p:spTree>
      <p:nvGrpSpPr>
        <p:cNvPr id="1157" name="Shape 1157"/>
        <p:cNvGrpSpPr/>
        <p:nvPr/>
      </p:nvGrpSpPr>
      <p:grpSpPr>
        <a:xfrm>
          <a:off x="0" y="0"/>
          <a:ext cx="0" cy="0"/>
          <a:chOff x="0" y="0"/>
          <a:chExt cx="0" cy="0"/>
        </a:xfrm>
      </p:grpSpPr>
      <p:grpSp>
        <p:nvGrpSpPr>
          <p:cNvPr id="1158" name="Google Shape;1158;p60"/>
          <p:cNvGrpSpPr/>
          <p:nvPr/>
        </p:nvGrpSpPr>
        <p:grpSpPr>
          <a:xfrm rot="5400000">
            <a:off x="-3572540" y="3312041"/>
            <a:ext cx="6815472" cy="233918"/>
            <a:chOff x="0" y="-711770"/>
            <a:chExt cx="4642907" cy="564813"/>
          </a:xfrm>
        </p:grpSpPr>
        <p:grpSp>
          <p:nvGrpSpPr>
            <p:cNvPr id="1159" name="Google Shape;1159;p60"/>
            <p:cNvGrpSpPr/>
            <p:nvPr/>
          </p:nvGrpSpPr>
          <p:grpSpPr>
            <a:xfrm>
              <a:off x="791421" y="-711770"/>
              <a:ext cx="685800" cy="564813"/>
              <a:chOff x="304800" y="937146"/>
              <a:chExt cx="1624082" cy="286603"/>
            </a:xfrm>
          </p:grpSpPr>
          <p:sp>
            <p:nvSpPr>
              <p:cNvPr id="1160" name="Google Shape;1160;p60"/>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61" name="Google Shape;1161;p60"/>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62" name="Google Shape;1162;p60"/>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63" name="Google Shape;1163;p60"/>
            <p:cNvGrpSpPr/>
            <p:nvPr/>
          </p:nvGrpSpPr>
          <p:grpSpPr>
            <a:xfrm>
              <a:off x="2374263" y="-711770"/>
              <a:ext cx="685800" cy="564813"/>
              <a:chOff x="304800" y="937146"/>
              <a:chExt cx="1624082" cy="286603"/>
            </a:xfrm>
          </p:grpSpPr>
          <p:sp>
            <p:nvSpPr>
              <p:cNvPr id="1164" name="Google Shape;1164;p60"/>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65" name="Google Shape;1165;p60"/>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66" name="Google Shape;1166;p60"/>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67" name="Google Shape;1167;p60"/>
            <p:cNvGrpSpPr/>
            <p:nvPr/>
          </p:nvGrpSpPr>
          <p:grpSpPr>
            <a:xfrm>
              <a:off x="1582842" y="-711770"/>
              <a:ext cx="685800" cy="564813"/>
              <a:chOff x="304800" y="937146"/>
              <a:chExt cx="1624082" cy="286603"/>
            </a:xfrm>
          </p:grpSpPr>
          <p:sp>
            <p:nvSpPr>
              <p:cNvPr id="1168" name="Google Shape;1168;p60"/>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69" name="Google Shape;1169;p60"/>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70" name="Google Shape;1170;p60"/>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71" name="Google Shape;1171;p60"/>
            <p:cNvGrpSpPr/>
            <p:nvPr/>
          </p:nvGrpSpPr>
          <p:grpSpPr>
            <a:xfrm>
              <a:off x="0" y="-711770"/>
              <a:ext cx="685800" cy="564813"/>
              <a:chOff x="304800" y="937146"/>
              <a:chExt cx="1624082" cy="286603"/>
            </a:xfrm>
          </p:grpSpPr>
          <p:sp>
            <p:nvSpPr>
              <p:cNvPr id="1172" name="Google Shape;1172;p60"/>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73" name="Google Shape;1173;p60"/>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74" name="Google Shape;1174;p60"/>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75" name="Google Shape;1175;p60"/>
            <p:cNvGrpSpPr/>
            <p:nvPr/>
          </p:nvGrpSpPr>
          <p:grpSpPr>
            <a:xfrm>
              <a:off x="3957107" y="-711770"/>
              <a:ext cx="685800" cy="564813"/>
              <a:chOff x="304800" y="937146"/>
              <a:chExt cx="1624082" cy="286603"/>
            </a:xfrm>
          </p:grpSpPr>
          <p:sp>
            <p:nvSpPr>
              <p:cNvPr id="1176" name="Google Shape;1176;p60"/>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77" name="Google Shape;1177;p60"/>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78" name="Google Shape;1178;p60"/>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79" name="Google Shape;1179;p60"/>
            <p:cNvGrpSpPr/>
            <p:nvPr/>
          </p:nvGrpSpPr>
          <p:grpSpPr>
            <a:xfrm>
              <a:off x="3165684" y="-711770"/>
              <a:ext cx="685800" cy="564813"/>
              <a:chOff x="304800" y="937146"/>
              <a:chExt cx="1624082" cy="286603"/>
            </a:xfrm>
          </p:grpSpPr>
          <p:sp>
            <p:nvSpPr>
              <p:cNvPr id="1180" name="Google Shape;1180;p60"/>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81" name="Google Shape;1181;p60"/>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82" name="Google Shape;1182;p60"/>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1183" name="Google Shape;1183;p60"/>
          <p:cNvSpPr txBox="1"/>
          <p:nvPr/>
        </p:nvSpPr>
        <p:spPr>
          <a:xfrm>
            <a:off x="526629" y="848201"/>
            <a:ext cx="11234631" cy="7926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chemeClr val="dk1"/>
              </a:buClr>
              <a:buSzPts val="4000"/>
              <a:buFont typeface="Roboto Light"/>
              <a:buNone/>
            </a:pPr>
            <a:r>
              <a:rPr b="0" lang="en-US" sz="4000">
                <a:solidFill>
                  <a:schemeClr val="dk1"/>
                </a:solidFill>
                <a:latin typeface="Roboto Light"/>
                <a:ea typeface="Roboto Light"/>
                <a:cs typeface="Roboto Light"/>
                <a:sym typeface="Roboto Light"/>
              </a:rPr>
              <a:t>Legal disclaimer</a:t>
            </a:r>
            <a:endParaRPr/>
          </a:p>
        </p:txBody>
      </p:sp>
      <p:sp>
        <p:nvSpPr>
          <p:cNvPr id="1184" name="Google Shape;1184;p60"/>
          <p:cNvSpPr/>
          <p:nvPr/>
        </p:nvSpPr>
        <p:spPr>
          <a:xfrm>
            <a:off x="526629" y="6362623"/>
            <a:ext cx="2814873" cy="30777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400">
                <a:solidFill>
                  <a:schemeClr val="dk1"/>
                </a:solidFill>
                <a:latin typeface="Roboto Light"/>
                <a:ea typeface="Roboto Light"/>
                <a:cs typeface="Roboto Light"/>
                <a:sym typeface="Roboto Light"/>
              </a:rPr>
              <a:t>2026 © Asseco Central Europe, a. s.</a:t>
            </a:r>
            <a:endParaRPr sz="1400">
              <a:solidFill>
                <a:schemeClr val="dk1"/>
              </a:solidFill>
              <a:latin typeface="Roboto Light"/>
              <a:ea typeface="Roboto Light"/>
              <a:cs typeface="Roboto Light"/>
              <a:sym typeface="Roboto Light"/>
            </a:endParaRPr>
          </a:p>
        </p:txBody>
      </p:sp>
      <p:sp>
        <p:nvSpPr>
          <p:cNvPr id="1185" name="Google Shape;1185;p60"/>
          <p:cNvSpPr txBox="1"/>
          <p:nvPr/>
        </p:nvSpPr>
        <p:spPr>
          <a:xfrm>
            <a:off x="526628" y="2372474"/>
            <a:ext cx="11218907" cy="2318583"/>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Clr>
                <a:schemeClr val="accent1"/>
              </a:buClr>
              <a:buSzPts val="1920"/>
              <a:buFont typeface="Arial"/>
              <a:buNone/>
            </a:pPr>
            <a:r>
              <a:rPr lang="en-US" sz="1600">
                <a:solidFill>
                  <a:schemeClr val="dk1"/>
                </a:solidFill>
                <a:latin typeface="Roboto Light"/>
                <a:ea typeface="Roboto Light"/>
                <a:cs typeface="Roboto Light"/>
                <a:sym typeface="Roboto Light"/>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endParaRPr/>
          </a:p>
          <a:p>
            <a:pPr indent="0" lvl="0" marL="0" marR="0" rtl="0" algn="just">
              <a:lnSpc>
                <a:spcPct val="150000"/>
              </a:lnSpc>
              <a:spcBef>
                <a:spcPts val="800"/>
              </a:spcBef>
              <a:spcAft>
                <a:spcPts val="0"/>
              </a:spcAft>
              <a:buClr>
                <a:schemeClr val="accent1"/>
              </a:buClr>
              <a:buSzPts val="1920"/>
              <a:buFont typeface="Arial"/>
              <a:buNone/>
            </a:pPr>
            <a:r>
              <a:t/>
            </a:r>
            <a:endParaRPr sz="1600">
              <a:solidFill>
                <a:schemeClr val="dk1"/>
              </a:solidFill>
              <a:latin typeface="Roboto Light"/>
              <a:ea typeface="Roboto Light"/>
              <a:cs typeface="Roboto Light"/>
              <a:sym typeface="Roboto Light"/>
            </a:endParaRPr>
          </a:p>
        </p:txBody>
      </p:sp>
      <p:grpSp>
        <p:nvGrpSpPr>
          <p:cNvPr id="1186" name="Google Shape;1186;p60"/>
          <p:cNvGrpSpPr/>
          <p:nvPr/>
        </p:nvGrpSpPr>
        <p:grpSpPr>
          <a:xfrm>
            <a:off x="10271760" y="304437"/>
            <a:ext cx="1470184" cy="161990"/>
            <a:chOff x="1719263" y="3114675"/>
            <a:chExt cx="5705476" cy="628650"/>
          </a:xfrm>
        </p:grpSpPr>
        <p:sp>
          <p:nvSpPr>
            <p:cNvPr id="1187" name="Google Shape;1187;p60"/>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188" name="Google Shape;1188;p60"/>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189" name="Google Shape;1189;p60"/>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190" name="Google Shape;1190;p60"/>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191" name="Google Shape;1191;p60"/>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192" name="Google Shape;1192;p60"/>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3" showMasterSp="0">
  <p:cSld name="Disclaimer 3">
    <p:bg>
      <p:bgPr>
        <a:solidFill>
          <a:schemeClr val="accent2"/>
        </a:solidFill>
      </p:bgPr>
    </p:bg>
    <p:spTree>
      <p:nvGrpSpPr>
        <p:cNvPr id="1193" name="Shape 1193"/>
        <p:cNvGrpSpPr/>
        <p:nvPr/>
      </p:nvGrpSpPr>
      <p:grpSpPr>
        <a:xfrm>
          <a:off x="0" y="0"/>
          <a:ext cx="0" cy="0"/>
          <a:chOff x="0" y="0"/>
          <a:chExt cx="0" cy="0"/>
        </a:xfrm>
      </p:grpSpPr>
      <p:grpSp>
        <p:nvGrpSpPr>
          <p:cNvPr id="1194" name="Google Shape;1194;p61"/>
          <p:cNvGrpSpPr/>
          <p:nvPr/>
        </p:nvGrpSpPr>
        <p:grpSpPr>
          <a:xfrm rot="5400000">
            <a:off x="-3572540" y="3312041"/>
            <a:ext cx="6815472" cy="233918"/>
            <a:chOff x="0" y="-711770"/>
            <a:chExt cx="4642907" cy="564813"/>
          </a:xfrm>
        </p:grpSpPr>
        <p:grpSp>
          <p:nvGrpSpPr>
            <p:cNvPr id="1195" name="Google Shape;1195;p61"/>
            <p:cNvGrpSpPr/>
            <p:nvPr/>
          </p:nvGrpSpPr>
          <p:grpSpPr>
            <a:xfrm>
              <a:off x="791421" y="-711770"/>
              <a:ext cx="685800" cy="564813"/>
              <a:chOff x="304800" y="937146"/>
              <a:chExt cx="1624082" cy="286603"/>
            </a:xfrm>
          </p:grpSpPr>
          <p:sp>
            <p:nvSpPr>
              <p:cNvPr id="1196" name="Google Shape;1196;p61"/>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97" name="Google Shape;1197;p61"/>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198" name="Google Shape;1198;p61"/>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199" name="Google Shape;1199;p61"/>
            <p:cNvGrpSpPr/>
            <p:nvPr/>
          </p:nvGrpSpPr>
          <p:grpSpPr>
            <a:xfrm>
              <a:off x="2374263" y="-711770"/>
              <a:ext cx="685800" cy="564813"/>
              <a:chOff x="304800" y="937146"/>
              <a:chExt cx="1624082" cy="286603"/>
            </a:xfrm>
          </p:grpSpPr>
          <p:sp>
            <p:nvSpPr>
              <p:cNvPr id="1200" name="Google Shape;1200;p61"/>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01" name="Google Shape;1201;p61"/>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02" name="Google Shape;1202;p61"/>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03" name="Google Shape;1203;p61"/>
            <p:cNvGrpSpPr/>
            <p:nvPr/>
          </p:nvGrpSpPr>
          <p:grpSpPr>
            <a:xfrm>
              <a:off x="1582842" y="-711770"/>
              <a:ext cx="685800" cy="564813"/>
              <a:chOff x="304800" y="937146"/>
              <a:chExt cx="1624082" cy="286603"/>
            </a:xfrm>
          </p:grpSpPr>
          <p:sp>
            <p:nvSpPr>
              <p:cNvPr id="1204" name="Google Shape;1204;p61"/>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05" name="Google Shape;1205;p61"/>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06" name="Google Shape;1206;p61"/>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07" name="Google Shape;1207;p61"/>
            <p:cNvGrpSpPr/>
            <p:nvPr/>
          </p:nvGrpSpPr>
          <p:grpSpPr>
            <a:xfrm>
              <a:off x="0" y="-711770"/>
              <a:ext cx="685800" cy="564813"/>
              <a:chOff x="304800" y="937146"/>
              <a:chExt cx="1624082" cy="286603"/>
            </a:xfrm>
          </p:grpSpPr>
          <p:sp>
            <p:nvSpPr>
              <p:cNvPr id="1208" name="Google Shape;1208;p61"/>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09" name="Google Shape;1209;p61"/>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10" name="Google Shape;1210;p61"/>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11" name="Google Shape;1211;p61"/>
            <p:cNvGrpSpPr/>
            <p:nvPr/>
          </p:nvGrpSpPr>
          <p:grpSpPr>
            <a:xfrm>
              <a:off x="3957107" y="-711770"/>
              <a:ext cx="685800" cy="564813"/>
              <a:chOff x="304800" y="937146"/>
              <a:chExt cx="1624082" cy="286603"/>
            </a:xfrm>
          </p:grpSpPr>
          <p:sp>
            <p:nvSpPr>
              <p:cNvPr id="1212" name="Google Shape;1212;p61"/>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13" name="Google Shape;1213;p61"/>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14" name="Google Shape;1214;p61"/>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15" name="Google Shape;1215;p61"/>
            <p:cNvGrpSpPr/>
            <p:nvPr/>
          </p:nvGrpSpPr>
          <p:grpSpPr>
            <a:xfrm>
              <a:off x="3165684" y="-711770"/>
              <a:ext cx="685800" cy="564813"/>
              <a:chOff x="304800" y="937146"/>
              <a:chExt cx="1624082" cy="286603"/>
            </a:xfrm>
          </p:grpSpPr>
          <p:sp>
            <p:nvSpPr>
              <p:cNvPr id="1216" name="Google Shape;1216;p61"/>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17" name="Google Shape;1217;p61"/>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18" name="Google Shape;1218;p61"/>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1219" name="Google Shape;1219;p61"/>
          <p:cNvSpPr txBox="1"/>
          <p:nvPr/>
        </p:nvSpPr>
        <p:spPr>
          <a:xfrm>
            <a:off x="526629" y="848201"/>
            <a:ext cx="11234631" cy="7926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chemeClr val="lt1"/>
              </a:buClr>
              <a:buSzPts val="4000"/>
              <a:buFont typeface="Roboto Light"/>
              <a:buNone/>
            </a:pPr>
            <a:r>
              <a:rPr b="0" lang="en-US" sz="4000">
                <a:solidFill>
                  <a:schemeClr val="lt1"/>
                </a:solidFill>
                <a:latin typeface="Roboto Light"/>
                <a:ea typeface="Roboto Light"/>
                <a:cs typeface="Roboto Light"/>
                <a:sym typeface="Roboto Light"/>
              </a:rPr>
              <a:t>Legal disclaimer</a:t>
            </a:r>
            <a:endParaRPr/>
          </a:p>
        </p:txBody>
      </p:sp>
      <p:sp>
        <p:nvSpPr>
          <p:cNvPr id="1220" name="Google Shape;1220;p61"/>
          <p:cNvSpPr/>
          <p:nvPr/>
        </p:nvSpPr>
        <p:spPr>
          <a:xfrm>
            <a:off x="526629" y="6362623"/>
            <a:ext cx="2814873" cy="30777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400">
                <a:solidFill>
                  <a:schemeClr val="lt1"/>
                </a:solidFill>
                <a:latin typeface="Roboto Light"/>
                <a:ea typeface="Roboto Light"/>
                <a:cs typeface="Roboto Light"/>
                <a:sym typeface="Roboto Light"/>
              </a:rPr>
              <a:t>2026 © Asseco Central Europe, a. s.</a:t>
            </a:r>
            <a:endParaRPr sz="1400">
              <a:solidFill>
                <a:schemeClr val="lt1"/>
              </a:solidFill>
              <a:latin typeface="Roboto Light"/>
              <a:ea typeface="Roboto Light"/>
              <a:cs typeface="Roboto Light"/>
              <a:sym typeface="Roboto Light"/>
            </a:endParaRPr>
          </a:p>
        </p:txBody>
      </p:sp>
      <p:sp>
        <p:nvSpPr>
          <p:cNvPr id="1221" name="Google Shape;1221;p61"/>
          <p:cNvSpPr txBox="1"/>
          <p:nvPr/>
        </p:nvSpPr>
        <p:spPr>
          <a:xfrm>
            <a:off x="526628" y="2372474"/>
            <a:ext cx="11218907" cy="2318583"/>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Clr>
                <a:schemeClr val="accent1"/>
              </a:buClr>
              <a:buSzPts val="1920"/>
              <a:buFont typeface="Arial"/>
              <a:buNone/>
            </a:pPr>
            <a:r>
              <a:rPr lang="en-US" sz="1600">
                <a:solidFill>
                  <a:schemeClr val="lt1"/>
                </a:solidFill>
                <a:latin typeface="Roboto Light"/>
                <a:ea typeface="Roboto Light"/>
                <a:cs typeface="Roboto Light"/>
                <a:sym typeface="Roboto Light"/>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endParaRPr/>
          </a:p>
          <a:p>
            <a:pPr indent="0" lvl="0" marL="0" marR="0" rtl="0" algn="just">
              <a:lnSpc>
                <a:spcPct val="150000"/>
              </a:lnSpc>
              <a:spcBef>
                <a:spcPts val="800"/>
              </a:spcBef>
              <a:spcAft>
                <a:spcPts val="0"/>
              </a:spcAft>
              <a:buClr>
                <a:schemeClr val="accent1"/>
              </a:buClr>
              <a:buSzPts val="1920"/>
              <a:buFont typeface="Arial"/>
              <a:buNone/>
            </a:pPr>
            <a:r>
              <a:t/>
            </a:r>
            <a:endParaRPr sz="1600">
              <a:solidFill>
                <a:schemeClr val="dk1"/>
              </a:solidFill>
              <a:latin typeface="Roboto Light"/>
              <a:ea typeface="Roboto Light"/>
              <a:cs typeface="Roboto Light"/>
              <a:sym typeface="Roboto Light"/>
            </a:endParaRPr>
          </a:p>
        </p:txBody>
      </p:sp>
      <p:grpSp>
        <p:nvGrpSpPr>
          <p:cNvPr id="1222" name="Google Shape;1222;p61"/>
          <p:cNvGrpSpPr/>
          <p:nvPr/>
        </p:nvGrpSpPr>
        <p:grpSpPr>
          <a:xfrm>
            <a:off x="10271760" y="304437"/>
            <a:ext cx="1470184" cy="161990"/>
            <a:chOff x="1719263" y="3114675"/>
            <a:chExt cx="5705476" cy="628650"/>
          </a:xfrm>
        </p:grpSpPr>
        <p:sp>
          <p:nvSpPr>
            <p:cNvPr id="1223" name="Google Shape;1223;p61"/>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24" name="Google Shape;1224;p61"/>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25" name="Google Shape;1225;p61"/>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26" name="Google Shape;1226;p61"/>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27" name="Google Shape;1227;p61"/>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28" name="Google Shape;1228;p61"/>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4" showMasterSp="0">
  <p:cSld name="Disclaimer 4">
    <p:bg>
      <p:bgPr>
        <a:solidFill>
          <a:schemeClr val="accent3"/>
        </a:solidFill>
      </p:bgPr>
    </p:bg>
    <p:spTree>
      <p:nvGrpSpPr>
        <p:cNvPr id="1229" name="Shape 1229"/>
        <p:cNvGrpSpPr/>
        <p:nvPr/>
      </p:nvGrpSpPr>
      <p:grpSpPr>
        <a:xfrm>
          <a:off x="0" y="0"/>
          <a:ext cx="0" cy="0"/>
          <a:chOff x="0" y="0"/>
          <a:chExt cx="0" cy="0"/>
        </a:xfrm>
      </p:grpSpPr>
      <p:grpSp>
        <p:nvGrpSpPr>
          <p:cNvPr id="1230" name="Google Shape;1230;p62"/>
          <p:cNvGrpSpPr/>
          <p:nvPr/>
        </p:nvGrpSpPr>
        <p:grpSpPr>
          <a:xfrm rot="5400000">
            <a:off x="-3572540" y="3312041"/>
            <a:ext cx="6815472" cy="233918"/>
            <a:chOff x="0" y="-711770"/>
            <a:chExt cx="4642907" cy="564813"/>
          </a:xfrm>
        </p:grpSpPr>
        <p:grpSp>
          <p:nvGrpSpPr>
            <p:cNvPr id="1231" name="Google Shape;1231;p62"/>
            <p:cNvGrpSpPr/>
            <p:nvPr/>
          </p:nvGrpSpPr>
          <p:grpSpPr>
            <a:xfrm>
              <a:off x="791421" y="-711770"/>
              <a:ext cx="685800" cy="564813"/>
              <a:chOff x="304800" y="937146"/>
              <a:chExt cx="1624082" cy="286603"/>
            </a:xfrm>
          </p:grpSpPr>
          <p:sp>
            <p:nvSpPr>
              <p:cNvPr id="1232" name="Google Shape;1232;p62"/>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33" name="Google Shape;1233;p62"/>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34" name="Google Shape;1234;p62"/>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35" name="Google Shape;1235;p62"/>
            <p:cNvGrpSpPr/>
            <p:nvPr/>
          </p:nvGrpSpPr>
          <p:grpSpPr>
            <a:xfrm>
              <a:off x="2374263" y="-711770"/>
              <a:ext cx="685800" cy="564813"/>
              <a:chOff x="304800" y="937146"/>
              <a:chExt cx="1624082" cy="286603"/>
            </a:xfrm>
          </p:grpSpPr>
          <p:sp>
            <p:nvSpPr>
              <p:cNvPr id="1236" name="Google Shape;1236;p62"/>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37" name="Google Shape;1237;p62"/>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38" name="Google Shape;1238;p62"/>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39" name="Google Shape;1239;p62"/>
            <p:cNvGrpSpPr/>
            <p:nvPr/>
          </p:nvGrpSpPr>
          <p:grpSpPr>
            <a:xfrm>
              <a:off x="1582842" y="-711770"/>
              <a:ext cx="685800" cy="564813"/>
              <a:chOff x="304800" y="937146"/>
              <a:chExt cx="1624082" cy="286603"/>
            </a:xfrm>
          </p:grpSpPr>
          <p:sp>
            <p:nvSpPr>
              <p:cNvPr id="1240" name="Google Shape;1240;p62"/>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41" name="Google Shape;1241;p62"/>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42" name="Google Shape;1242;p62"/>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43" name="Google Shape;1243;p62"/>
            <p:cNvGrpSpPr/>
            <p:nvPr/>
          </p:nvGrpSpPr>
          <p:grpSpPr>
            <a:xfrm>
              <a:off x="0" y="-711770"/>
              <a:ext cx="685800" cy="564813"/>
              <a:chOff x="304800" y="937146"/>
              <a:chExt cx="1624082" cy="286603"/>
            </a:xfrm>
          </p:grpSpPr>
          <p:sp>
            <p:nvSpPr>
              <p:cNvPr id="1244" name="Google Shape;1244;p62"/>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45" name="Google Shape;1245;p62"/>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46" name="Google Shape;1246;p62"/>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47" name="Google Shape;1247;p62"/>
            <p:cNvGrpSpPr/>
            <p:nvPr/>
          </p:nvGrpSpPr>
          <p:grpSpPr>
            <a:xfrm>
              <a:off x="3957107" y="-711770"/>
              <a:ext cx="685800" cy="564813"/>
              <a:chOff x="304800" y="937146"/>
              <a:chExt cx="1624082" cy="286603"/>
            </a:xfrm>
          </p:grpSpPr>
          <p:sp>
            <p:nvSpPr>
              <p:cNvPr id="1248" name="Google Shape;1248;p62"/>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49" name="Google Shape;1249;p62"/>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50" name="Google Shape;1250;p62"/>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51" name="Google Shape;1251;p62"/>
            <p:cNvGrpSpPr/>
            <p:nvPr/>
          </p:nvGrpSpPr>
          <p:grpSpPr>
            <a:xfrm>
              <a:off x="3165684" y="-711770"/>
              <a:ext cx="685800" cy="564813"/>
              <a:chOff x="304800" y="937146"/>
              <a:chExt cx="1624082" cy="286603"/>
            </a:xfrm>
          </p:grpSpPr>
          <p:sp>
            <p:nvSpPr>
              <p:cNvPr id="1252" name="Google Shape;1252;p62"/>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53" name="Google Shape;1253;p62"/>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54" name="Google Shape;1254;p62"/>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1255" name="Google Shape;1255;p62"/>
          <p:cNvSpPr txBox="1"/>
          <p:nvPr/>
        </p:nvSpPr>
        <p:spPr>
          <a:xfrm>
            <a:off x="526629" y="848201"/>
            <a:ext cx="11234631" cy="7926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chemeClr val="lt1"/>
              </a:buClr>
              <a:buSzPts val="4000"/>
              <a:buFont typeface="Roboto Light"/>
              <a:buNone/>
            </a:pPr>
            <a:r>
              <a:rPr b="0" lang="en-US" sz="4000">
                <a:solidFill>
                  <a:schemeClr val="lt1"/>
                </a:solidFill>
                <a:latin typeface="Roboto Light"/>
                <a:ea typeface="Roboto Light"/>
                <a:cs typeface="Roboto Light"/>
                <a:sym typeface="Roboto Light"/>
              </a:rPr>
              <a:t>Legal disclaimer</a:t>
            </a:r>
            <a:endParaRPr/>
          </a:p>
        </p:txBody>
      </p:sp>
      <p:sp>
        <p:nvSpPr>
          <p:cNvPr id="1256" name="Google Shape;1256;p62"/>
          <p:cNvSpPr/>
          <p:nvPr/>
        </p:nvSpPr>
        <p:spPr>
          <a:xfrm>
            <a:off x="526629" y="6362623"/>
            <a:ext cx="2814873" cy="30777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400">
                <a:solidFill>
                  <a:schemeClr val="lt1"/>
                </a:solidFill>
                <a:latin typeface="Roboto Light"/>
                <a:ea typeface="Roboto Light"/>
                <a:cs typeface="Roboto Light"/>
                <a:sym typeface="Roboto Light"/>
              </a:rPr>
              <a:t>2026 © Asseco Central Europe, a. s.</a:t>
            </a:r>
            <a:endParaRPr sz="1400">
              <a:solidFill>
                <a:schemeClr val="lt1"/>
              </a:solidFill>
              <a:latin typeface="Roboto Light"/>
              <a:ea typeface="Roboto Light"/>
              <a:cs typeface="Roboto Light"/>
              <a:sym typeface="Roboto Light"/>
            </a:endParaRPr>
          </a:p>
        </p:txBody>
      </p:sp>
      <p:sp>
        <p:nvSpPr>
          <p:cNvPr id="1257" name="Google Shape;1257;p62"/>
          <p:cNvSpPr txBox="1"/>
          <p:nvPr/>
        </p:nvSpPr>
        <p:spPr>
          <a:xfrm>
            <a:off x="526628" y="2372474"/>
            <a:ext cx="11218907" cy="2318583"/>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Clr>
                <a:schemeClr val="accent1"/>
              </a:buClr>
              <a:buSzPts val="1920"/>
              <a:buFont typeface="Arial"/>
              <a:buNone/>
            </a:pPr>
            <a:r>
              <a:rPr lang="en-US" sz="1600">
                <a:solidFill>
                  <a:schemeClr val="lt1"/>
                </a:solidFill>
                <a:latin typeface="Roboto Light"/>
                <a:ea typeface="Roboto Light"/>
                <a:cs typeface="Roboto Light"/>
                <a:sym typeface="Roboto Light"/>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endParaRPr/>
          </a:p>
          <a:p>
            <a:pPr indent="0" lvl="0" marL="0" marR="0" rtl="0" algn="just">
              <a:lnSpc>
                <a:spcPct val="150000"/>
              </a:lnSpc>
              <a:spcBef>
                <a:spcPts val="800"/>
              </a:spcBef>
              <a:spcAft>
                <a:spcPts val="0"/>
              </a:spcAft>
              <a:buClr>
                <a:schemeClr val="accent1"/>
              </a:buClr>
              <a:buSzPts val="1920"/>
              <a:buFont typeface="Arial"/>
              <a:buNone/>
            </a:pPr>
            <a:r>
              <a:t/>
            </a:r>
            <a:endParaRPr sz="1600">
              <a:solidFill>
                <a:schemeClr val="dk1"/>
              </a:solidFill>
              <a:latin typeface="Roboto Light"/>
              <a:ea typeface="Roboto Light"/>
              <a:cs typeface="Roboto Light"/>
              <a:sym typeface="Roboto Light"/>
            </a:endParaRPr>
          </a:p>
        </p:txBody>
      </p:sp>
      <p:grpSp>
        <p:nvGrpSpPr>
          <p:cNvPr id="1258" name="Google Shape;1258;p62"/>
          <p:cNvGrpSpPr/>
          <p:nvPr/>
        </p:nvGrpSpPr>
        <p:grpSpPr>
          <a:xfrm>
            <a:off x="10271760" y="304437"/>
            <a:ext cx="1470184" cy="161990"/>
            <a:chOff x="1719263" y="3114675"/>
            <a:chExt cx="5705476" cy="628650"/>
          </a:xfrm>
        </p:grpSpPr>
        <p:sp>
          <p:nvSpPr>
            <p:cNvPr id="1259" name="Google Shape;1259;p62"/>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60" name="Google Shape;1260;p62"/>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61" name="Google Shape;1261;p62"/>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62" name="Google Shape;1262;p62"/>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63" name="Google Shape;1263;p62"/>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64" name="Google Shape;1264;p62"/>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5" showMasterSp="0">
  <p:cSld name="Disclaimer 5">
    <p:bg>
      <p:bgPr>
        <a:solidFill>
          <a:schemeClr val="accent5"/>
        </a:solidFill>
      </p:bgPr>
    </p:bg>
    <p:spTree>
      <p:nvGrpSpPr>
        <p:cNvPr id="1265" name="Shape 1265"/>
        <p:cNvGrpSpPr/>
        <p:nvPr/>
      </p:nvGrpSpPr>
      <p:grpSpPr>
        <a:xfrm>
          <a:off x="0" y="0"/>
          <a:ext cx="0" cy="0"/>
          <a:chOff x="0" y="0"/>
          <a:chExt cx="0" cy="0"/>
        </a:xfrm>
      </p:grpSpPr>
      <p:grpSp>
        <p:nvGrpSpPr>
          <p:cNvPr id="1266" name="Google Shape;1266;p63"/>
          <p:cNvGrpSpPr/>
          <p:nvPr/>
        </p:nvGrpSpPr>
        <p:grpSpPr>
          <a:xfrm rot="5400000">
            <a:off x="-3572540" y="3312041"/>
            <a:ext cx="6815472" cy="233918"/>
            <a:chOff x="0" y="-711770"/>
            <a:chExt cx="4642907" cy="564813"/>
          </a:xfrm>
        </p:grpSpPr>
        <p:grpSp>
          <p:nvGrpSpPr>
            <p:cNvPr id="1267" name="Google Shape;1267;p63"/>
            <p:cNvGrpSpPr/>
            <p:nvPr/>
          </p:nvGrpSpPr>
          <p:grpSpPr>
            <a:xfrm>
              <a:off x="791421" y="-711770"/>
              <a:ext cx="685800" cy="564813"/>
              <a:chOff x="304800" y="937146"/>
              <a:chExt cx="1624082" cy="286603"/>
            </a:xfrm>
          </p:grpSpPr>
          <p:sp>
            <p:nvSpPr>
              <p:cNvPr id="1268" name="Google Shape;1268;p63"/>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69" name="Google Shape;1269;p63"/>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70" name="Google Shape;1270;p63"/>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71" name="Google Shape;1271;p63"/>
            <p:cNvGrpSpPr/>
            <p:nvPr/>
          </p:nvGrpSpPr>
          <p:grpSpPr>
            <a:xfrm>
              <a:off x="2374263" y="-711770"/>
              <a:ext cx="685800" cy="564813"/>
              <a:chOff x="304800" y="937146"/>
              <a:chExt cx="1624082" cy="286603"/>
            </a:xfrm>
          </p:grpSpPr>
          <p:sp>
            <p:nvSpPr>
              <p:cNvPr id="1272" name="Google Shape;1272;p63"/>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73" name="Google Shape;1273;p63"/>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74" name="Google Shape;1274;p63"/>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75" name="Google Shape;1275;p63"/>
            <p:cNvGrpSpPr/>
            <p:nvPr/>
          </p:nvGrpSpPr>
          <p:grpSpPr>
            <a:xfrm>
              <a:off x="1582842" y="-711770"/>
              <a:ext cx="685800" cy="564813"/>
              <a:chOff x="304800" y="937146"/>
              <a:chExt cx="1624082" cy="286603"/>
            </a:xfrm>
          </p:grpSpPr>
          <p:sp>
            <p:nvSpPr>
              <p:cNvPr id="1276" name="Google Shape;1276;p63"/>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77" name="Google Shape;1277;p63"/>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78" name="Google Shape;1278;p63"/>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79" name="Google Shape;1279;p63"/>
            <p:cNvGrpSpPr/>
            <p:nvPr/>
          </p:nvGrpSpPr>
          <p:grpSpPr>
            <a:xfrm>
              <a:off x="0" y="-711770"/>
              <a:ext cx="685800" cy="564813"/>
              <a:chOff x="304800" y="937146"/>
              <a:chExt cx="1624082" cy="286603"/>
            </a:xfrm>
          </p:grpSpPr>
          <p:sp>
            <p:nvSpPr>
              <p:cNvPr id="1280" name="Google Shape;1280;p63"/>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81" name="Google Shape;1281;p63"/>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82" name="Google Shape;1282;p63"/>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83" name="Google Shape;1283;p63"/>
            <p:cNvGrpSpPr/>
            <p:nvPr/>
          </p:nvGrpSpPr>
          <p:grpSpPr>
            <a:xfrm>
              <a:off x="3957107" y="-711770"/>
              <a:ext cx="685800" cy="564813"/>
              <a:chOff x="304800" y="937146"/>
              <a:chExt cx="1624082" cy="286603"/>
            </a:xfrm>
          </p:grpSpPr>
          <p:sp>
            <p:nvSpPr>
              <p:cNvPr id="1284" name="Google Shape;1284;p63"/>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85" name="Google Shape;1285;p63"/>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86" name="Google Shape;1286;p63"/>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287" name="Google Shape;1287;p63"/>
            <p:cNvGrpSpPr/>
            <p:nvPr/>
          </p:nvGrpSpPr>
          <p:grpSpPr>
            <a:xfrm>
              <a:off x="3165684" y="-711770"/>
              <a:ext cx="685800" cy="564813"/>
              <a:chOff x="304800" y="937146"/>
              <a:chExt cx="1624082" cy="286603"/>
            </a:xfrm>
          </p:grpSpPr>
          <p:sp>
            <p:nvSpPr>
              <p:cNvPr id="1288" name="Google Shape;1288;p63"/>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89" name="Google Shape;1289;p63"/>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290" name="Google Shape;1290;p63"/>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1291" name="Google Shape;1291;p63"/>
          <p:cNvSpPr txBox="1"/>
          <p:nvPr/>
        </p:nvSpPr>
        <p:spPr>
          <a:xfrm>
            <a:off x="526629" y="848201"/>
            <a:ext cx="11234631" cy="7926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chemeClr val="lt1"/>
              </a:buClr>
              <a:buSzPts val="4000"/>
              <a:buFont typeface="Roboto Light"/>
              <a:buNone/>
            </a:pPr>
            <a:r>
              <a:rPr b="0" lang="en-US" sz="4000">
                <a:solidFill>
                  <a:schemeClr val="lt1"/>
                </a:solidFill>
                <a:latin typeface="Roboto Light"/>
                <a:ea typeface="Roboto Light"/>
                <a:cs typeface="Roboto Light"/>
                <a:sym typeface="Roboto Light"/>
              </a:rPr>
              <a:t>Legal disclaimer</a:t>
            </a:r>
            <a:endParaRPr/>
          </a:p>
        </p:txBody>
      </p:sp>
      <p:sp>
        <p:nvSpPr>
          <p:cNvPr id="1292" name="Google Shape;1292;p63"/>
          <p:cNvSpPr/>
          <p:nvPr/>
        </p:nvSpPr>
        <p:spPr>
          <a:xfrm>
            <a:off x="526629" y="6362623"/>
            <a:ext cx="2814873" cy="30777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400">
                <a:solidFill>
                  <a:schemeClr val="lt1"/>
                </a:solidFill>
                <a:latin typeface="Roboto Light"/>
                <a:ea typeface="Roboto Light"/>
                <a:cs typeface="Roboto Light"/>
                <a:sym typeface="Roboto Light"/>
              </a:rPr>
              <a:t>2026 © Asseco Central Europe, a. s.</a:t>
            </a:r>
            <a:endParaRPr sz="1400">
              <a:solidFill>
                <a:schemeClr val="lt1"/>
              </a:solidFill>
              <a:latin typeface="Roboto Light"/>
              <a:ea typeface="Roboto Light"/>
              <a:cs typeface="Roboto Light"/>
              <a:sym typeface="Roboto Light"/>
            </a:endParaRPr>
          </a:p>
        </p:txBody>
      </p:sp>
      <p:sp>
        <p:nvSpPr>
          <p:cNvPr id="1293" name="Google Shape;1293;p63"/>
          <p:cNvSpPr txBox="1"/>
          <p:nvPr/>
        </p:nvSpPr>
        <p:spPr>
          <a:xfrm>
            <a:off x="526628" y="2372474"/>
            <a:ext cx="11218907" cy="2318583"/>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Clr>
                <a:schemeClr val="accent1"/>
              </a:buClr>
              <a:buSzPts val="1920"/>
              <a:buFont typeface="Arial"/>
              <a:buNone/>
            </a:pPr>
            <a:r>
              <a:rPr lang="en-US" sz="1600">
                <a:solidFill>
                  <a:schemeClr val="lt1"/>
                </a:solidFill>
                <a:latin typeface="Roboto Light"/>
                <a:ea typeface="Roboto Light"/>
                <a:cs typeface="Roboto Light"/>
                <a:sym typeface="Roboto Light"/>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endParaRPr/>
          </a:p>
          <a:p>
            <a:pPr indent="0" lvl="0" marL="0" marR="0" rtl="0" algn="just">
              <a:lnSpc>
                <a:spcPct val="150000"/>
              </a:lnSpc>
              <a:spcBef>
                <a:spcPts val="800"/>
              </a:spcBef>
              <a:spcAft>
                <a:spcPts val="0"/>
              </a:spcAft>
              <a:buClr>
                <a:schemeClr val="accent1"/>
              </a:buClr>
              <a:buSzPts val="1920"/>
              <a:buFont typeface="Arial"/>
              <a:buNone/>
            </a:pPr>
            <a:r>
              <a:t/>
            </a:r>
            <a:endParaRPr sz="1600">
              <a:solidFill>
                <a:schemeClr val="dk1"/>
              </a:solidFill>
              <a:latin typeface="Roboto Light"/>
              <a:ea typeface="Roboto Light"/>
              <a:cs typeface="Roboto Light"/>
              <a:sym typeface="Roboto Light"/>
            </a:endParaRPr>
          </a:p>
        </p:txBody>
      </p:sp>
      <p:grpSp>
        <p:nvGrpSpPr>
          <p:cNvPr id="1294" name="Google Shape;1294;p63"/>
          <p:cNvGrpSpPr/>
          <p:nvPr/>
        </p:nvGrpSpPr>
        <p:grpSpPr>
          <a:xfrm>
            <a:off x="10271760" y="304437"/>
            <a:ext cx="1470184" cy="161990"/>
            <a:chOff x="1719263" y="3114675"/>
            <a:chExt cx="5705476" cy="628650"/>
          </a:xfrm>
        </p:grpSpPr>
        <p:sp>
          <p:nvSpPr>
            <p:cNvPr id="1295" name="Google Shape;1295;p63"/>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96" name="Google Shape;1296;p63"/>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97" name="Google Shape;1297;p63"/>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98" name="Google Shape;1298;p63"/>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299" name="Google Shape;1299;p63"/>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00" name="Google Shape;1300;p63"/>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6" showMasterSp="0">
  <p:cSld name="Disclaimer 6">
    <p:bg>
      <p:bgPr>
        <a:solidFill>
          <a:schemeClr val="accent6"/>
        </a:solidFill>
      </p:bgPr>
    </p:bg>
    <p:spTree>
      <p:nvGrpSpPr>
        <p:cNvPr id="1301" name="Shape 1301"/>
        <p:cNvGrpSpPr/>
        <p:nvPr/>
      </p:nvGrpSpPr>
      <p:grpSpPr>
        <a:xfrm>
          <a:off x="0" y="0"/>
          <a:ext cx="0" cy="0"/>
          <a:chOff x="0" y="0"/>
          <a:chExt cx="0" cy="0"/>
        </a:xfrm>
      </p:grpSpPr>
      <p:grpSp>
        <p:nvGrpSpPr>
          <p:cNvPr id="1302" name="Google Shape;1302;p64"/>
          <p:cNvGrpSpPr/>
          <p:nvPr/>
        </p:nvGrpSpPr>
        <p:grpSpPr>
          <a:xfrm rot="5400000">
            <a:off x="-3572540" y="3312041"/>
            <a:ext cx="6815472" cy="233918"/>
            <a:chOff x="0" y="-711770"/>
            <a:chExt cx="4642907" cy="564813"/>
          </a:xfrm>
        </p:grpSpPr>
        <p:grpSp>
          <p:nvGrpSpPr>
            <p:cNvPr id="1303" name="Google Shape;1303;p64"/>
            <p:cNvGrpSpPr/>
            <p:nvPr/>
          </p:nvGrpSpPr>
          <p:grpSpPr>
            <a:xfrm>
              <a:off x="791421" y="-711770"/>
              <a:ext cx="685800" cy="564813"/>
              <a:chOff x="304800" y="937146"/>
              <a:chExt cx="1624082" cy="286603"/>
            </a:xfrm>
          </p:grpSpPr>
          <p:sp>
            <p:nvSpPr>
              <p:cNvPr id="1304" name="Google Shape;1304;p64"/>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05" name="Google Shape;1305;p64"/>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06" name="Google Shape;1306;p64"/>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07" name="Google Shape;1307;p64"/>
            <p:cNvGrpSpPr/>
            <p:nvPr/>
          </p:nvGrpSpPr>
          <p:grpSpPr>
            <a:xfrm>
              <a:off x="2374263" y="-711770"/>
              <a:ext cx="685800" cy="564813"/>
              <a:chOff x="304800" y="937146"/>
              <a:chExt cx="1624082" cy="286603"/>
            </a:xfrm>
          </p:grpSpPr>
          <p:sp>
            <p:nvSpPr>
              <p:cNvPr id="1308" name="Google Shape;1308;p64"/>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09" name="Google Shape;1309;p64"/>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10" name="Google Shape;1310;p64"/>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11" name="Google Shape;1311;p64"/>
            <p:cNvGrpSpPr/>
            <p:nvPr/>
          </p:nvGrpSpPr>
          <p:grpSpPr>
            <a:xfrm>
              <a:off x="1582842" y="-711770"/>
              <a:ext cx="685800" cy="564813"/>
              <a:chOff x="304800" y="937146"/>
              <a:chExt cx="1624082" cy="286603"/>
            </a:xfrm>
          </p:grpSpPr>
          <p:sp>
            <p:nvSpPr>
              <p:cNvPr id="1312" name="Google Shape;1312;p64"/>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13" name="Google Shape;1313;p64"/>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14" name="Google Shape;1314;p64"/>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15" name="Google Shape;1315;p64"/>
            <p:cNvGrpSpPr/>
            <p:nvPr/>
          </p:nvGrpSpPr>
          <p:grpSpPr>
            <a:xfrm>
              <a:off x="0" y="-711770"/>
              <a:ext cx="685800" cy="564813"/>
              <a:chOff x="304800" y="937146"/>
              <a:chExt cx="1624082" cy="286603"/>
            </a:xfrm>
          </p:grpSpPr>
          <p:sp>
            <p:nvSpPr>
              <p:cNvPr id="1316" name="Google Shape;1316;p64"/>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17" name="Google Shape;1317;p64"/>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18" name="Google Shape;1318;p64"/>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19" name="Google Shape;1319;p64"/>
            <p:cNvGrpSpPr/>
            <p:nvPr/>
          </p:nvGrpSpPr>
          <p:grpSpPr>
            <a:xfrm>
              <a:off x="3957107" y="-711770"/>
              <a:ext cx="685800" cy="564813"/>
              <a:chOff x="304800" y="937146"/>
              <a:chExt cx="1624082" cy="286603"/>
            </a:xfrm>
          </p:grpSpPr>
          <p:sp>
            <p:nvSpPr>
              <p:cNvPr id="1320" name="Google Shape;1320;p64"/>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21" name="Google Shape;1321;p64"/>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22" name="Google Shape;1322;p64"/>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23" name="Google Shape;1323;p64"/>
            <p:cNvGrpSpPr/>
            <p:nvPr/>
          </p:nvGrpSpPr>
          <p:grpSpPr>
            <a:xfrm>
              <a:off x="3165684" y="-711770"/>
              <a:ext cx="685800" cy="564813"/>
              <a:chOff x="304800" y="937146"/>
              <a:chExt cx="1624082" cy="286603"/>
            </a:xfrm>
          </p:grpSpPr>
          <p:sp>
            <p:nvSpPr>
              <p:cNvPr id="1324" name="Google Shape;1324;p64"/>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25" name="Google Shape;1325;p64"/>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26" name="Google Shape;1326;p64"/>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1327" name="Google Shape;1327;p64"/>
          <p:cNvSpPr txBox="1"/>
          <p:nvPr/>
        </p:nvSpPr>
        <p:spPr>
          <a:xfrm>
            <a:off x="526629" y="848201"/>
            <a:ext cx="11234631" cy="7926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chemeClr val="dk1"/>
              </a:buClr>
              <a:buSzPts val="4000"/>
              <a:buFont typeface="Roboto Light"/>
              <a:buNone/>
            </a:pPr>
            <a:r>
              <a:rPr b="0" lang="en-US" sz="4000">
                <a:solidFill>
                  <a:schemeClr val="dk1"/>
                </a:solidFill>
                <a:latin typeface="Roboto Light"/>
                <a:ea typeface="Roboto Light"/>
                <a:cs typeface="Roboto Light"/>
                <a:sym typeface="Roboto Light"/>
              </a:rPr>
              <a:t>Legal disclaimer</a:t>
            </a:r>
            <a:endParaRPr/>
          </a:p>
        </p:txBody>
      </p:sp>
      <p:sp>
        <p:nvSpPr>
          <p:cNvPr id="1328" name="Google Shape;1328;p64"/>
          <p:cNvSpPr/>
          <p:nvPr/>
        </p:nvSpPr>
        <p:spPr>
          <a:xfrm>
            <a:off x="526629" y="6362623"/>
            <a:ext cx="2814873" cy="30777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400">
                <a:solidFill>
                  <a:schemeClr val="dk1"/>
                </a:solidFill>
                <a:latin typeface="Roboto Light"/>
                <a:ea typeface="Roboto Light"/>
                <a:cs typeface="Roboto Light"/>
                <a:sym typeface="Roboto Light"/>
              </a:rPr>
              <a:t>2026 © Asseco Central Europe, a. s.</a:t>
            </a:r>
            <a:endParaRPr sz="1400">
              <a:solidFill>
                <a:schemeClr val="dk1"/>
              </a:solidFill>
              <a:latin typeface="Roboto Light"/>
              <a:ea typeface="Roboto Light"/>
              <a:cs typeface="Roboto Light"/>
              <a:sym typeface="Roboto Light"/>
            </a:endParaRPr>
          </a:p>
        </p:txBody>
      </p:sp>
      <p:sp>
        <p:nvSpPr>
          <p:cNvPr id="1329" name="Google Shape;1329;p64"/>
          <p:cNvSpPr txBox="1"/>
          <p:nvPr/>
        </p:nvSpPr>
        <p:spPr>
          <a:xfrm>
            <a:off x="526628" y="2372474"/>
            <a:ext cx="11218907" cy="2318583"/>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Clr>
                <a:schemeClr val="accent1"/>
              </a:buClr>
              <a:buSzPts val="1920"/>
              <a:buFont typeface="Arial"/>
              <a:buNone/>
            </a:pPr>
            <a:r>
              <a:rPr lang="en-US" sz="1600">
                <a:solidFill>
                  <a:schemeClr val="dk1"/>
                </a:solidFill>
                <a:latin typeface="Roboto Light"/>
                <a:ea typeface="Roboto Light"/>
                <a:cs typeface="Roboto Light"/>
                <a:sym typeface="Roboto Light"/>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endParaRPr/>
          </a:p>
          <a:p>
            <a:pPr indent="0" lvl="0" marL="0" marR="0" rtl="0" algn="just">
              <a:lnSpc>
                <a:spcPct val="150000"/>
              </a:lnSpc>
              <a:spcBef>
                <a:spcPts val="800"/>
              </a:spcBef>
              <a:spcAft>
                <a:spcPts val="0"/>
              </a:spcAft>
              <a:buClr>
                <a:schemeClr val="accent1"/>
              </a:buClr>
              <a:buSzPts val="1920"/>
              <a:buFont typeface="Arial"/>
              <a:buNone/>
            </a:pPr>
            <a:r>
              <a:t/>
            </a:r>
            <a:endParaRPr sz="1600">
              <a:solidFill>
                <a:schemeClr val="dk1"/>
              </a:solidFill>
              <a:latin typeface="Roboto Light"/>
              <a:ea typeface="Roboto Light"/>
              <a:cs typeface="Roboto Light"/>
              <a:sym typeface="Roboto Light"/>
            </a:endParaRPr>
          </a:p>
        </p:txBody>
      </p:sp>
      <p:grpSp>
        <p:nvGrpSpPr>
          <p:cNvPr id="1330" name="Google Shape;1330;p64"/>
          <p:cNvGrpSpPr/>
          <p:nvPr/>
        </p:nvGrpSpPr>
        <p:grpSpPr>
          <a:xfrm>
            <a:off x="10271760" y="304437"/>
            <a:ext cx="1470184" cy="161990"/>
            <a:chOff x="1719263" y="3114675"/>
            <a:chExt cx="5705476" cy="628650"/>
          </a:xfrm>
        </p:grpSpPr>
        <p:sp>
          <p:nvSpPr>
            <p:cNvPr id="1331" name="Google Shape;1331;p64"/>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32" name="Google Shape;1332;p64"/>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33" name="Google Shape;1333;p64"/>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34" name="Google Shape;1334;p64"/>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35" name="Google Shape;1335;p64"/>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36" name="Google Shape;1336;p64"/>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claimer 7" showMasterSp="0">
  <p:cSld name="Disclaimer 7">
    <p:bg>
      <p:bgPr>
        <a:solidFill>
          <a:schemeClr val="dk1"/>
        </a:solidFill>
      </p:bgPr>
    </p:bg>
    <p:spTree>
      <p:nvGrpSpPr>
        <p:cNvPr id="1337" name="Shape 1337"/>
        <p:cNvGrpSpPr/>
        <p:nvPr/>
      </p:nvGrpSpPr>
      <p:grpSpPr>
        <a:xfrm>
          <a:off x="0" y="0"/>
          <a:ext cx="0" cy="0"/>
          <a:chOff x="0" y="0"/>
          <a:chExt cx="0" cy="0"/>
        </a:xfrm>
      </p:grpSpPr>
      <p:grpSp>
        <p:nvGrpSpPr>
          <p:cNvPr id="1338" name="Google Shape;1338;p65"/>
          <p:cNvGrpSpPr/>
          <p:nvPr/>
        </p:nvGrpSpPr>
        <p:grpSpPr>
          <a:xfrm rot="5400000">
            <a:off x="-3572540" y="3312041"/>
            <a:ext cx="6815472" cy="233918"/>
            <a:chOff x="0" y="-711770"/>
            <a:chExt cx="4642907" cy="564813"/>
          </a:xfrm>
        </p:grpSpPr>
        <p:grpSp>
          <p:nvGrpSpPr>
            <p:cNvPr id="1339" name="Google Shape;1339;p65"/>
            <p:cNvGrpSpPr/>
            <p:nvPr/>
          </p:nvGrpSpPr>
          <p:grpSpPr>
            <a:xfrm>
              <a:off x="791421" y="-711770"/>
              <a:ext cx="685800" cy="564813"/>
              <a:chOff x="304800" y="937146"/>
              <a:chExt cx="1624082" cy="286603"/>
            </a:xfrm>
          </p:grpSpPr>
          <p:sp>
            <p:nvSpPr>
              <p:cNvPr id="1340" name="Google Shape;1340;p65"/>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41" name="Google Shape;1341;p65"/>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42" name="Google Shape;1342;p65"/>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43" name="Google Shape;1343;p65"/>
            <p:cNvGrpSpPr/>
            <p:nvPr/>
          </p:nvGrpSpPr>
          <p:grpSpPr>
            <a:xfrm>
              <a:off x="2374263" y="-711770"/>
              <a:ext cx="685800" cy="564813"/>
              <a:chOff x="304800" y="937146"/>
              <a:chExt cx="1624082" cy="286603"/>
            </a:xfrm>
          </p:grpSpPr>
          <p:sp>
            <p:nvSpPr>
              <p:cNvPr id="1344" name="Google Shape;1344;p65"/>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45" name="Google Shape;1345;p65"/>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46" name="Google Shape;1346;p65"/>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47" name="Google Shape;1347;p65"/>
            <p:cNvGrpSpPr/>
            <p:nvPr/>
          </p:nvGrpSpPr>
          <p:grpSpPr>
            <a:xfrm>
              <a:off x="1582842" y="-711770"/>
              <a:ext cx="685800" cy="564813"/>
              <a:chOff x="304800" y="937146"/>
              <a:chExt cx="1624082" cy="286603"/>
            </a:xfrm>
          </p:grpSpPr>
          <p:sp>
            <p:nvSpPr>
              <p:cNvPr id="1348" name="Google Shape;1348;p65"/>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49" name="Google Shape;1349;p65"/>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50" name="Google Shape;1350;p65"/>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51" name="Google Shape;1351;p65"/>
            <p:cNvGrpSpPr/>
            <p:nvPr/>
          </p:nvGrpSpPr>
          <p:grpSpPr>
            <a:xfrm>
              <a:off x="0" y="-711770"/>
              <a:ext cx="685800" cy="564813"/>
              <a:chOff x="304800" y="937146"/>
              <a:chExt cx="1624082" cy="286603"/>
            </a:xfrm>
          </p:grpSpPr>
          <p:sp>
            <p:nvSpPr>
              <p:cNvPr id="1352" name="Google Shape;1352;p65"/>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53" name="Google Shape;1353;p65"/>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54" name="Google Shape;1354;p65"/>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55" name="Google Shape;1355;p65"/>
            <p:cNvGrpSpPr/>
            <p:nvPr/>
          </p:nvGrpSpPr>
          <p:grpSpPr>
            <a:xfrm>
              <a:off x="3957107" y="-711770"/>
              <a:ext cx="685800" cy="564813"/>
              <a:chOff x="304800" y="937146"/>
              <a:chExt cx="1624082" cy="286603"/>
            </a:xfrm>
          </p:grpSpPr>
          <p:sp>
            <p:nvSpPr>
              <p:cNvPr id="1356" name="Google Shape;1356;p65"/>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57" name="Google Shape;1357;p65"/>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58" name="Google Shape;1358;p65"/>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nvGrpSpPr>
            <p:cNvPr id="1359" name="Google Shape;1359;p65"/>
            <p:cNvGrpSpPr/>
            <p:nvPr/>
          </p:nvGrpSpPr>
          <p:grpSpPr>
            <a:xfrm>
              <a:off x="3165684" y="-711770"/>
              <a:ext cx="685800" cy="564813"/>
              <a:chOff x="304800" y="937146"/>
              <a:chExt cx="1624082" cy="286603"/>
            </a:xfrm>
          </p:grpSpPr>
          <p:sp>
            <p:nvSpPr>
              <p:cNvPr id="1360" name="Google Shape;1360;p65"/>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61" name="Google Shape;1361;p65"/>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362" name="Google Shape;1362;p65"/>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lt1"/>
                  </a:solidFill>
                  <a:latin typeface="Roboto Light"/>
                  <a:ea typeface="Roboto Light"/>
                  <a:cs typeface="Roboto Light"/>
                  <a:sym typeface="Roboto Light"/>
                </a:endParaRPr>
              </a:p>
            </p:txBody>
          </p:sp>
        </p:grpSp>
      </p:grpSp>
      <p:sp>
        <p:nvSpPr>
          <p:cNvPr id="1363" name="Google Shape;1363;p65"/>
          <p:cNvSpPr txBox="1"/>
          <p:nvPr/>
        </p:nvSpPr>
        <p:spPr>
          <a:xfrm>
            <a:off x="526629" y="848201"/>
            <a:ext cx="11234631" cy="792675"/>
          </a:xfrm>
          <a:prstGeom prst="rect">
            <a:avLst/>
          </a:prstGeom>
          <a:noFill/>
          <a:ln>
            <a:noFill/>
          </a:ln>
        </p:spPr>
        <p:txBody>
          <a:bodyPr anchorCtr="0" anchor="t" bIns="0" lIns="0" spcFirstLastPara="1" rIns="0" wrap="square" tIns="0">
            <a:normAutofit/>
          </a:bodyPr>
          <a:lstStyle/>
          <a:p>
            <a:pPr indent="0" lvl="0" marL="0" marR="0" rtl="0" algn="l">
              <a:spcBef>
                <a:spcPts val="0"/>
              </a:spcBef>
              <a:spcAft>
                <a:spcPts val="0"/>
              </a:spcAft>
              <a:buClr>
                <a:schemeClr val="lt1"/>
              </a:buClr>
              <a:buSzPts val="4000"/>
              <a:buFont typeface="Roboto Light"/>
              <a:buNone/>
            </a:pPr>
            <a:r>
              <a:rPr b="0" lang="en-US" sz="4000">
                <a:solidFill>
                  <a:schemeClr val="lt1"/>
                </a:solidFill>
                <a:latin typeface="Roboto Light"/>
                <a:ea typeface="Roboto Light"/>
                <a:cs typeface="Roboto Light"/>
                <a:sym typeface="Roboto Light"/>
              </a:rPr>
              <a:t>Legal disclaimer</a:t>
            </a:r>
            <a:endParaRPr/>
          </a:p>
        </p:txBody>
      </p:sp>
      <p:sp>
        <p:nvSpPr>
          <p:cNvPr id="1364" name="Google Shape;1364;p65"/>
          <p:cNvSpPr/>
          <p:nvPr/>
        </p:nvSpPr>
        <p:spPr>
          <a:xfrm>
            <a:off x="526629" y="6362623"/>
            <a:ext cx="2814873" cy="307777"/>
          </a:xfrm>
          <a:prstGeom prst="rect">
            <a:avLst/>
          </a:prstGeom>
          <a:noFill/>
          <a:ln>
            <a:noFill/>
          </a:ln>
        </p:spPr>
        <p:txBody>
          <a:bodyPr anchorCtr="0" anchor="t" bIns="45700" lIns="0" spcFirstLastPara="1" rIns="0" wrap="square" tIns="45700">
            <a:spAutoFit/>
          </a:bodyPr>
          <a:lstStyle/>
          <a:p>
            <a:pPr indent="0" lvl="0" marL="0" marR="0" rtl="0" algn="l">
              <a:spcBef>
                <a:spcPts val="0"/>
              </a:spcBef>
              <a:spcAft>
                <a:spcPts val="0"/>
              </a:spcAft>
              <a:buNone/>
            </a:pPr>
            <a:r>
              <a:rPr lang="en-US" sz="1400">
                <a:solidFill>
                  <a:schemeClr val="lt1"/>
                </a:solidFill>
                <a:latin typeface="Roboto Light"/>
                <a:ea typeface="Roboto Light"/>
                <a:cs typeface="Roboto Light"/>
                <a:sym typeface="Roboto Light"/>
              </a:rPr>
              <a:t>2026 © Asseco Central Europe, a. s.</a:t>
            </a:r>
            <a:endParaRPr sz="1400">
              <a:solidFill>
                <a:schemeClr val="lt1"/>
              </a:solidFill>
              <a:latin typeface="Roboto Light"/>
              <a:ea typeface="Roboto Light"/>
              <a:cs typeface="Roboto Light"/>
              <a:sym typeface="Roboto Light"/>
            </a:endParaRPr>
          </a:p>
        </p:txBody>
      </p:sp>
      <p:sp>
        <p:nvSpPr>
          <p:cNvPr id="1365" name="Google Shape;1365;p65"/>
          <p:cNvSpPr txBox="1"/>
          <p:nvPr/>
        </p:nvSpPr>
        <p:spPr>
          <a:xfrm>
            <a:off x="526628" y="2372474"/>
            <a:ext cx="11218907" cy="2318583"/>
          </a:xfrm>
          <a:prstGeom prst="rect">
            <a:avLst/>
          </a:prstGeom>
          <a:noFill/>
          <a:ln>
            <a:noFill/>
          </a:ln>
        </p:spPr>
        <p:txBody>
          <a:bodyPr anchorCtr="0" anchor="t" bIns="0" lIns="0" spcFirstLastPara="1" rIns="0" wrap="square" tIns="0">
            <a:spAutoFit/>
          </a:bodyPr>
          <a:lstStyle/>
          <a:p>
            <a:pPr indent="0" lvl="0" marL="0" marR="0" rtl="0" algn="just">
              <a:lnSpc>
                <a:spcPct val="150000"/>
              </a:lnSpc>
              <a:spcBef>
                <a:spcPts val="0"/>
              </a:spcBef>
              <a:spcAft>
                <a:spcPts val="0"/>
              </a:spcAft>
              <a:buClr>
                <a:schemeClr val="accent1"/>
              </a:buClr>
              <a:buSzPts val="1920"/>
              <a:buFont typeface="Arial"/>
              <a:buNone/>
            </a:pPr>
            <a:r>
              <a:rPr lang="en-US" sz="1600">
                <a:solidFill>
                  <a:schemeClr val="lt1"/>
                </a:solidFill>
                <a:latin typeface="Roboto Light"/>
                <a:ea typeface="Roboto Light"/>
                <a:cs typeface="Roboto Light"/>
                <a:sym typeface="Roboto Light"/>
              </a:rPr>
              <a:t>This presentation is the property of Asseco Central Europe (Asseco CE) business group. Information presented serves for marketing purposes only and constitutes neither an offer to sell nor a solicitation to buy. Asseco CE accepts no liability whatsoever for any loss arising directly or indirectly from the use of, reliance of any information contained in this presentation or for any omission of the information. The processing, copying, recording on information carriers, as well as making this presentation or any part thereof available in any way to third parties requires the prior consent of Asseco CE member.</a:t>
            </a:r>
            <a:endParaRPr/>
          </a:p>
          <a:p>
            <a:pPr indent="0" lvl="0" marL="0" marR="0" rtl="0" algn="just">
              <a:lnSpc>
                <a:spcPct val="150000"/>
              </a:lnSpc>
              <a:spcBef>
                <a:spcPts val="800"/>
              </a:spcBef>
              <a:spcAft>
                <a:spcPts val="0"/>
              </a:spcAft>
              <a:buClr>
                <a:schemeClr val="accent1"/>
              </a:buClr>
              <a:buSzPts val="1920"/>
              <a:buFont typeface="Arial"/>
              <a:buNone/>
            </a:pPr>
            <a:r>
              <a:t/>
            </a:r>
            <a:endParaRPr sz="1600">
              <a:solidFill>
                <a:schemeClr val="dk1"/>
              </a:solidFill>
              <a:latin typeface="Roboto Light"/>
              <a:ea typeface="Roboto Light"/>
              <a:cs typeface="Roboto Light"/>
              <a:sym typeface="Roboto Light"/>
            </a:endParaRPr>
          </a:p>
        </p:txBody>
      </p:sp>
      <p:grpSp>
        <p:nvGrpSpPr>
          <p:cNvPr id="1366" name="Google Shape;1366;p65"/>
          <p:cNvGrpSpPr/>
          <p:nvPr/>
        </p:nvGrpSpPr>
        <p:grpSpPr>
          <a:xfrm>
            <a:off x="10271760" y="304437"/>
            <a:ext cx="1470184" cy="161990"/>
            <a:chOff x="1719263" y="3114675"/>
            <a:chExt cx="5705476" cy="628650"/>
          </a:xfrm>
        </p:grpSpPr>
        <p:sp>
          <p:nvSpPr>
            <p:cNvPr id="1367" name="Google Shape;1367;p65"/>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68" name="Google Shape;1368;p65"/>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69" name="Google Shape;1369;p65"/>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70" name="Google Shape;1370;p65"/>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71" name="Google Shape;1371;p65"/>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72" name="Google Shape;1372;p65"/>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usty" showMasterSp="0">
  <p:cSld name="Pusty">
    <p:spTree>
      <p:nvGrpSpPr>
        <p:cNvPr id="1373" name="Shape 1373"/>
        <p:cNvGrpSpPr/>
        <p:nvPr/>
      </p:nvGrpSpPr>
      <p:grpSpPr>
        <a:xfrm>
          <a:off x="0" y="0"/>
          <a:ext cx="0" cy="0"/>
          <a:chOff x="0" y="0"/>
          <a:chExt cx="0" cy="0"/>
        </a:xfrm>
      </p:grpSpPr>
      <p:sp>
        <p:nvSpPr>
          <p:cNvPr id="1374" name="Google Shape;1374;p66"/>
          <p:cNvSpPr txBox="1"/>
          <p:nvPr>
            <p:ph idx="11" type="ftr"/>
          </p:nvPr>
        </p:nvSpPr>
        <p:spPr>
          <a:xfrm>
            <a:off x="526631" y="6356352"/>
            <a:ext cx="8318548"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5" name="Google Shape;1375;p66"/>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sz="1067">
                <a:solidFill>
                  <a:schemeClr val="dk1"/>
                </a:solidFill>
                <a:latin typeface="Calibri"/>
                <a:ea typeface="Calibri"/>
                <a:cs typeface="Calibri"/>
                <a:sym typeface="Calibri"/>
              </a:defRPr>
            </a:lvl1pPr>
            <a:lvl2pPr indent="0" lvl="1" marL="0" algn="r">
              <a:spcBef>
                <a:spcPts val="0"/>
              </a:spcBef>
              <a:buNone/>
              <a:defRPr sz="1067">
                <a:solidFill>
                  <a:schemeClr val="dk1"/>
                </a:solidFill>
                <a:latin typeface="Calibri"/>
                <a:ea typeface="Calibri"/>
                <a:cs typeface="Calibri"/>
                <a:sym typeface="Calibri"/>
              </a:defRPr>
            </a:lvl2pPr>
            <a:lvl3pPr indent="0" lvl="2" marL="0" algn="r">
              <a:spcBef>
                <a:spcPts val="0"/>
              </a:spcBef>
              <a:buNone/>
              <a:defRPr sz="1067">
                <a:solidFill>
                  <a:schemeClr val="dk1"/>
                </a:solidFill>
                <a:latin typeface="Calibri"/>
                <a:ea typeface="Calibri"/>
                <a:cs typeface="Calibri"/>
                <a:sym typeface="Calibri"/>
              </a:defRPr>
            </a:lvl3pPr>
            <a:lvl4pPr indent="0" lvl="3" marL="0" algn="r">
              <a:spcBef>
                <a:spcPts val="0"/>
              </a:spcBef>
              <a:buNone/>
              <a:defRPr sz="1067">
                <a:solidFill>
                  <a:schemeClr val="dk1"/>
                </a:solidFill>
                <a:latin typeface="Calibri"/>
                <a:ea typeface="Calibri"/>
                <a:cs typeface="Calibri"/>
                <a:sym typeface="Calibri"/>
              </a:defRPr>
            </a:lvl4pPr>
            <a:lvl5pPr indent="0" lvl="4" marL="0" algn="r">
              <a:spcBef>
                <a:spcPts val="0"/>
              </a:spcBef>
              <a:buNone/>
              <a:defRPr sz="1067">
                <a:solidFill>
                  <a:schemeClr val="dk1"/>
                </a:solidFill>
                <a:latin typeface="Calibri"/>
                <a:ea typeface="Calibri"/>
                <a:cs typeface="Calibri"/>
                <a:sym typeface="Calibri"/>
              </a:defRPr>
            </a:lvl5pPr>
            <a:lvl6pPr indent="0" lvl="5" marL="0" algn="r">
              <a:spcBef>
                <a:spcPts val="0"/>
              </a:spcBef>
              <a:buNone/>
              <a:defRPr sz="1067">
                <a:solidFill>
                  <a:schemeClr val="dk1"/>
                </a:solidFill>
                <a:latin typeface="Calibri"/>
                <a:ea typeface="Calibri"/>
                <a:cs typeface="Calibri"/>
                <a:sym typeface="Calibri"/>
              </a:defRPr>
            </a:lvl6pPr>
            <a:lvl7pPr indent="0" lvl="6" marL="0" algn="r">
              <a:spcBef>
                <a:spcPts val="0"/>
              </a:spcBef>
              <a:buNone/>
              <a:defRPr sz="1067">
                <a:solidFill>
                  <a:schemeClr val="dk1"/>
                </a:solidFill>
                <a:latin typeface="Calibri"/>
                <a:ea typeface="Calibri"/>
                <a:cs typeface="Calibri"/>
                <a:sym typeface="Calibri"/>
              </a:defRPr>
            </a:lvl7pPr>
            <a:lvl8pPr indent="0" lvl="7" marL="0" algn="r">
              <a:spcBef>
                <a:spcPts val="0"/>
              </a:spcBef>
              <a:buNone/>
              <a:defRPr sz="1067">
                <a:solidFill>
                  <a:schemeClr val="dk1"/>
                </a:solidFill>
                <a:latin typeface="Calibri"/>
                <a:ea typeface="Calibri"/>
                <a:cs typeface="Calibri"/>
                <a:sym typeface="Calibri"/>
              </a:defRPr>
            </a:lvl8pPr>
            <a:lvl9pPr indent="0" lvl="8" marL="0" algn="r">
              <a:spcBef>
                <a:spcPts val="0"/>
              </a:spcBef>
              <a:buNone/>
              <a:defRPr sz="1067">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376" name="Google Shape;1376;p66"/>
          <p:cNvSpPr txBox="1"/>
          <p:nvPr>
            <p:ph type="title"/>
          </p:nvPr>
        </p:nvSpPr>
        <p:spPr>
          <a:xfrm>
            <a:off x="526631" y="657701"/>
            <a:ext cx="11234631" cy="792675"/>
          </a:xfrm>
          <a:prstGeom prst="rect">
            <a:avLst/>
          </a:prstGeom>
          <a:noFill/>
          <a:ln>
            <a:noFill/>
          </a:ln>
        </p:spPr>
        <p:txBody>
          <a:bodyPr anchorCtr="0" anchor="t" bIns="0" lIns="0" spcFirstLastPara="1" rIns="0" wrap="square" tIns="0">
            <a:normAutofit/>
          </a:bodyPr>
          <a:lstStyle>
            <a:lvl1pPr lvl="0" algn="l">
              <a:spcBef>
                <a:spcPts val="0"/>
              </a:spcBef>
              <a:spcAft>
                <a:spcPts val="0"/>
              </a:spcAft>
              <a:buClr>
                <a:srgbClr val="000000"/>
              </a:buClr>
              <a:buSzPts val="4000"/>
              <a:buFont typeface="Roboto Medium"/>
              <a:buNone/>
              <a:defRPr>
                <a:solidFill>
                  <a:srgbClr val="00000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1377" name="Google Shape;1377;p66"/>
          <p:cNvGrpSpPr/>
          <p:nvPr/>
        </p:nvGrpSpPr>
        <p:grpSpPr>
          <a:xfrm>
            <a:off x="9857088" y="296190"/>
            <a:ext cx="1888448" cy="208076"/>
            <a:chOff x="1719263" y="3114675"/>
            <a:chExt cx="5705476" cy="628650"/>
          </a:xfrm>
        </p:grpSpPr>
        <p:sp>
          <p:nvSpPr>
            <p:cNvPr id="1378" name="Google Shape;1378;p66"/>
            <p:cNvSpPr/>
            <p:nvPr/>
          </p:nvSpPr>
          <p:spPr>
            <a:xfrm>
              <a:off x="3454401" y="3114675"/>
              <a:ext cx="922338" cy="628650"/>
            </a:xfrm>
            <a:custGeom>
              <a:rect b="b" l="l" r="r" t="t"/>
              <a:pathLst>
                <a:path extrusionOk="0" h="1980" w="2905">
                  <a:moveTo>
                    <a:pt x="2905" y="174"/>
                  </a:moveTo>
                  <a:lnTo>
                    <a:pt x="2905" y="155"/>
                  </a:lnTo>
                  <a:lnTo>
                    <a:pt x="2903" y="136"/>
                  </a:lnTo>
                  <a:lnTo>
                    <a:pt x="2899" y="119"/>
                  </a:lnTo>
                  <a:lnTo>
                    <a:pt x="2894" y="102"/>
                  </a:lnTo>
                  <a:lnTo>
                    <a:pt x="2887" y="87"/>
                  </a:lnTo>
                  <a:lnTo>
                    <a:pt x="2880" y="72"/>
                  </a:lnTo>
                  <a:lnTo>
                    <a:pt x="2871" y="60"/>
                  </a:lnTo>
                  <a:lnTo>
                    <a:pt x="2860" y="47"/>
                  </a:lnTo>
                  <a:lnTo>
                    <a:pt x="2849" y="36"/>
                  </a:lnTo>
                  <a:lnTo>
                    <a:pt x="2836" y="27"/>
                  </a:lnTo>
                  <a:lnTo>
                    <a:pt x="2821" y="19"/>
                  </a:lnTo>
                  <a:lnTo>
                    <a:pt x="2805" y="12"/>
                  </a:lnTo>
                  <a:lnTo>
                    <a:pt x="2789" y="7"/>
                  </a:lnTo>
                  <a:lnTo>
                    <a:pt x="2771" y="3"/>
                  </a:lnTo>
                  <a:lnTo>
                    <a:pt x="2752" y="1"/>
                  </a:lnTo>
                  <a:lnTo>
                    <a:pt x="2731" y="0"/>
                  </a:lnTo>
                  <a:lnTo>
                    <a:pt x="1975" y="0"/>
                  </a:lnTo>
                  <a:lnTo>
                    <a:pt x="1938" y="1"/>
                  </a:lnTo>
                  <a:lnTo>
                    <a:pt x="1902" y="2"/>
                  </a:lnTo>
                  <a:lnTo>
                    <a:pt x="1868"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5" y="197"/>
                  </a:lnTo>
                  <a:lnTo>
                    <a:pt x="1471" y="219"/>
                  </a:lnTo>
                  <a:lnTo>
                    <a:pt x="1459" y="242"/>
                  </a:lnTo>
                  <a:lnTo>
                    <a:pt x="1448" y="267"/>
                  </a:lnTo>
                  <a:lnTo>
                    <a:pt x="1437" y="293"/>
                  </a:lnTo>
                  <a:lnTo>
                    <a:pt x="1428" y="320"/>
                  </a:lnTo>
                  <a:lnTo>
                    <a:pt x="1420" y="348"/>
                  </a:lnTo>
                  <a:lnTo>
                    <a:pt x="1413" y="377"/>
                  </a:lnTo>
                  <a:lnTo>
                    <a:pt x="1407" y="408"/>
                  </a:lnTo>
                  <a:lnTo>
                    <a:pt x="1403" y="441"/>
                  </a:lnTo>
                  <a:lnTo>
                    <a:pt x="1399" y="474"/>
                  </a:lnTo>
                  <a:lnTo>
                    <a:pt x="1396" y="509"/>
                  </a:lnTo>
                  <a:lnTo>
                    <a:pt x="1395" y="546"/>
                  </a:lnTo>
                  <a:lnTo>
                    <a:pt x="1395" y="583"/>
                  </a:lnTo>
                  <a:lnTo>
                    <a:pt x="1395" y="1398"/>
                  </a:lnTo>
                  <a:lnTo>
                    <a:pt x="1394" y="1427"/>
                  </a:lnTo>
                  <a:lnTo>
                    <a:pt x="1391" y="1455"/>
                  </a:lnTo>
                  <a:lnTo>
                    <a:pt x="1387" y="1479"/>
                  </a:lnTo>
                  <a:lnTo>
                    <a:pt x="1380" y="1502"/>
                  </a:lnTo>
                  <a:lnTo>
                    <a:pt x="1377" y="1513"/>
                  </a:lnTo>
                  <a:lnTo>
                    <a:pt x="1372" y="1523"/>
                  </a:lnTo>
                  <a:lnTo>
                    <a:pt x="1368" y="1533"/>
                  </a:lnTo>
                  <a:lnTo>
                    <a:pt x="1363" y="1542"/>
                  </a:lnTo>
                  <a:lnTo>
                    <a:pt x="1358" y="1551"/>
                  </a:lnTo>
                  <a:lnTo>
                    <a:pt x="1351" y="1559"/>
                  </a:lnTo>
                  <a:lnTo>
                    <a:pt x="1344" y="1567"/>
                  </a:lnTo>
                  <a:lnTo>
                    <a:pt x="1338" y="1575"/>
                  </a:lnTo>
                  <a:lnTo>
                    <a:pt x="1331" y="1582"/>
                  </a:lnTo>
                  <a:lnTo>
                    <a:pt x="1322" y="1589"/>
                  </a:lnTo>
                  <a:lnTo>
                    <a:pt x="1314" y="1594"/>
                  </a:lnTo>
                  <a:lnTo>
                    <a:pt x="1305" y="1600"/>
                  </a:lnTo>
                  <a:lnTo>
                    <a:pt x="1296" y="1604"/>
                  </a:lnTo>
                  <a:lnTo>
                    <a:pt x="1286" y="1609"/>
                  </a:lnTo>
                  <a:lnTo>
                    <a:pt x="1275" y="1613"/>
                  </a:lnTo>
                  <a:lnTo>
                    <a:pt x="1265" y="1617"/>
                  </a:lnTo>
                  <a:lnTo>
                    <a:pt x="1241" y="1623"/>
                  </a:lnTo>
                  <a:lnTo>
                    <a:pt x="1215" y="1628"/>
                  </a:lnTo>
                  <a:lnTo>
                    <a:pt x="1187" y="1630"/>
                  </a:lnTo>
                  <a:lnTo>
                    <a:pt x="1158" y="1631"/>
                  </a:lnTo>
                  <a:lnTo>
                    <a:pt x="174" y="1631"/>
                  </a:lnTo>
                  <a:lnTo>
                    <a:pt x="155" y="1631"/>
                  </a:lnTo>
                  <a:lnTo>
                    <a:pt x="137" y="1634"/>
                  </a:lnTo>
                  <a:lnTo>
                    <a:pt x="119" y="1638"/>
                  </a:lnTo>
                  <a:lnTo>
                    <a:pt x="102" y="1644"/>
                  </a:lnTo>
                  <a:lnTo>
                    <a:pt x="87" y="1650"/>
                  </a:lnTo>
                  <a:lnTo>
                    <a:pt x="73" y="1658"/>
                  </a:lnTo>
                  <a:lnTo>
                    <a:pt x="59" y="1667"/>
                  </a:lnTo>
                  <a:lnTo>
                    <a:pt x="47" y="1679"/>
                  </a:lnTo>
                  <a:lnTo>
                    <a:pt x="37" y="1690"/>
                  </a:lnTo>
                  <a:lnTo>
                    <a:pt x="27" y="1703"/>
                  </a:lnTo>
                  <a:lnTo>
                    <a:pt x="19" y="1718"/>
                  </a:lnTo>
                  <a:lnTo>
                    <a:pt x="12" y="1734"/>
                  </a:lnTo>
                  <a:lnTo>
                    <a:pt x="7" y="1751"/>
                  </a:lnTo>
                  <a:lnTo>
                    <a:pt x="3" y="1769"/>
                  </a:lnTo>
                  <a:lnTo>
                    <a:pt x="1" y="1787"/>
                  </a:lnTo>
                  <a:lnTo>
                    <a:pt x="0" y="1807"/>
                  </a:lnTo>
                  <a:lnTo>
                    <a:pt x="1" y="1826"/>
                  </a:lnTo>
                  <a:lnTo>
                    <a:pt x="3" y="1844"/>
                  </a:lnTo>
                  <a:lnTo>
                    <a:pt x="7" y="1862"/>
                  </a:lnTo>
                  <a:lnTo>
                    <a:pt x="12" y="1878"/>
                  </a:lnTo>
                  <a:lnTo>
                    <a:pt x="19" y="1893"/>
                  </a:lnTo>
                  <a:lnTo>
                    <a:pt x="27" y="1907"/>
                  </a:lnTo>
                  <a:lnTo>
                    <a:pt x="36" y="1920"/>
                  </a:lnTo>
                  <a:lnTo>
                    <a:pt x="46" y="1933"/>
                  </a:lnTo>
                  <a:lnTo>
                    <a:pt x="58" y="1943"/>
                  </a:lnTo>
                  <a:lnTo>
                    <a:pt x="71" y="1953"/>
                  </a:lnTo>
                  <a:lnTo>
                    <a:pt x="85" y="1961"/>
                  </a:lnTo>
                  <a:lnTo>
                    <a:pt x="101" y="1968"/>
                  </a:lnTo>
                  <a:lnTo>
                    <a:pt x="117" y="1973"/>
                  </a:lnTo>
                  <a:lnTo>
                    <a:pt x="135" y="1977"/>
                  </a:lnTo>
                  <a:lnTo>
                    <a:pt x="153" y="1979"/>
                  </a:lnTo>
                  <a:lnTo>
                    <a:pt x="172" y="1980"/>
                  </a:lnTo>
                  <a:lnTo>
                    <a:pt x="1158" y="1980"/>
                  </a:lnTo>
                  <a:lnTo>
                    <a:pt x="1195" y="1980"/>
                  </a:lnTo>
                  <a:lnTo>
                    <a:pt x="1231" y="1978"/>
                  </a:lnTo>
                  <a:lnTo>
                    <a:pt x="1266" y="1976"/>
                  </a:lnTo>
                  <a:lnTo>
                    <a:pt x="1298" y="1972"/>
                  </a:lnTo>
                  <a:lnTo>
                    <a:pt x="1331" y="1967"/>
                  </a:lnTo>
                  <a:lnTo>
                    <a:pt x="1361" y="1961"/>
                  </a:lnTo>
                  <a:lnTo>
                    <a:pt x="1391" y="1954"/>
                  </a:lnTo>
                  <a:lnTo>
                    <a:pt x="1420" y="1946"/>
                  </a:lnTo>
                  <a:lnTo>
                    <a:pt x="1446" y="1937"/>
                  </a:lnTo>
                  <a:lnTo>
                    <a:pt x="1472" y="1927"/>
                  </a:lnTo>
                  <a:lnTo>
                    <a:pt x="1497" y="1916"/>
                  </a:lnTo>
                  <a:lnTo>
                    <a:pt x="1521" y="1904"/>
                  </a:lnTo>
                  <a:lnTo>
                    <a:pt x="1542" y="1890"/>
                  </a:lnTo>
                  <a:lnTo>
                    <a:pt x="1563" y="1875"/>
                  </a:lnTo>
                  <a:lnTo>
                    <a:pt x="1583" y="1859"/>
                  </a:lnTo>
                  <a:lnTo>
                    <a:pt x="1601" y="1842"/>
                  </a:lnTo>
                  <a:lnTo>
                    <a:pt x="1619" y="1824"/>
                  </a:lnTo>
                  <a:lnTo>
                    <a:pt x="1635" y="1805"/>
                  </a:lnTo>
                  <a:lnTo>
                    <a:pt x="1651" y="1783"/>
                  </a:lnTo>
                  <a:lnTo>
                    <a:pt x="1664" y="1762"/>
                  </a:lnTo>
                  <a:lnTo>
                    <a:pt x="1677" y="1738"/>
                  </a:lnTo>
                  <a:lnTo>
                    <a:pt x="1689" y="1713"/>
                  </a:lnTo>
                  <a:lnTo>
                    <a:pt x="1699" y="1688"/>
                  </a:lnTo>
                  <a:lnTo>
                    <a:pt x="1708" y="1661"/>
                  </a:lnTo>
                  <a:lnTo>
                    <a:pt x="1716" y="1632"/>
                  </a:lnTo>
                  <a:lnTo>
                    <a:pt x="1724" y="1603"/>
                  </a:lnTo>
                  <a:lnTo>
                    <a:pt x="1729" y="1572"/>
                  </a:lnTo>
                  <a:lnTo>
                    <a:pt x="1734" y="1540"/>
                  </a:lnTo>
                  <a:lnTo>
                    <a:pt x="1738" y="1506"/>
                  </a:lnTo>
                  <a:lnTo>
                    <a:pt x="1741" y="1472"/>
                  </a:lnTo>
                  <a:lnTo>
                    <a:pt x="1743" y="1436"/>
                  </a:lnTo>
                  <a:lnTo>
                    <a:pt x="1743" y="1398"/>
                  </a:lnTo>
                  <a:lnTo>
                    <a:pt x="1743" y="583"/>
                  </a:lnTo>
                  <a:lnTo>
                    <a:pt x="1744" y="551"/>
                  </a:lnTo>
                  <a:lnTo>
                    <a:pt x="1746" y="523"/>
                  </a:lnTo>
                  <a:lnTo>
                    <a:pt x="1750" y="497"/>
                  </a:lnTo>
                  <a:lnTo>
                    <a:pt x="1755" y="474"/>
                  </a:lnTo>
                  <a:lnTo>
                    <a:pt x="1759" y="462"/>
                  </a:lnTo>
                  <a:lnTo>
                    <a:pt x="1763" y="452"/>
                  </a:lnTo>
                  <a:lnTo>
                    <a:pt x="1767" y="442"/>
                  </a:lnTo>
                  <a:lnTo>
                    <a:pt x="1772" y="433"/>
                  </a:lnTo>
                  <a:lnTo>
                    <a:pt x="1777" y="424"/>
                  </a:lnTo>
                  <a:lnTo>
                    <a:pt x="1782" y="416"/>
                  </a:lnTo>
                  <a:lnTo>
                    <a:pt x="1789" y="408"/>
                  </a:lnTo>
                  <a:lnTo>
                    <a:pt x="1796" y="402"/>
                  </a:lnTo>
                  <a:lnTo>
                    <a:pt x="1802" y="395"/>
                  </a:lnTo>
                  <a:lnTo>
                    <a:pt x="1810" y="388"/>
                  </a:lnTo>
                  <a:lnTo>
                    <a:pt x="1818" y="383"/>
                  </a:lnTo>
                  <a:lnTo>
                    <a:pt x="1827" y="378"/>
                  </a:lnTo>
                  <a:lnTo>
                    <a:pt x="1836" y="374"/>
                  </a:lnTo>
                  <a:lnTo>
                    <a:pt x="1846" y="369"/>
                  </a:lnTo>
                  <a:lnTo>
                    <a:pt x="1856" y="366"/>
                  </a:lnTo>
                  <a:lnTo>
                    <a:pt x="1868" y="362"/>
                  </a:lnTo>
                  <a:lnTo>
                    <a:pt x="1891" y="357"/>
                  </a:lnTo>
                  <a:lnTo>
                    <a:pt x="1917" y="353"/>
                  </a:lnTo>
                  <a:lnTo>
                    <a:pt x="1945" y="351"/>
                  </a:lnTo>
                  <a:lnTo>
                    <a:pt x="1975" y="350"/>
                  </a:lnTo>
                  <a:lnTo>
                    <a:pt x="2731" y="350"/>
                  </a:lnTo>
                  <a:lnTo>
                    <a:pt x="2752" y="349"/>
                  </a:lnTo>
                  <a:lnTo>
                    <a:pt x="2771" y="347"/>
                  </a:lnTo>
                  <a:lnTo>
                    <a:pt x="2790" y="343"/>
                  </a:lnTo>
                  <a:lnTo>
                    <a:pt x="2807" y="338"/>
                  </a:lnTo>
                  <a:lnTo>
                    <a:pt x="2821" y="331"/>
                  </a:lnTo>
                  <a:lnTo>
                    <a:pt x="2836" y="323"/>
                  </a:lnTo>
                  <a:lnTo>
                    <a:pt x="2849" y="313"/>
                  </a:lnTo>
                  <a:lnTo>
                    <a:pt x="2860" y="303"/>
                  </a:lnTo>
                  <a:lnTo>
                    <a:pt x="2871" y="290"/>
                  </a:lnTo>
                  <a:lnTo>
                    <a:pt x="2880" y="277"/>
                  </a:lnTo>
                  <a:lnTo>
                    <a:pt x="2887" y="263"/>
                  </a:lnTo>
                  <a:lnTo>
                    <a:pt x="2894" y="248"/>
                  </a:lnTo>
                  <a:lnTo>
                    <a:pt x="2899" y="231"/>
                  </a:lnTo>
                  <a:lnTo>
                    <a:pt x="2903" y="213"/>
                  </a:lnTo>
                  <a:lnTo>
                    <a:pt x="2905" y="195"/>
                  </a:lnTo>
                  <a:lnTo>
                    <a:pt x="2905"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79" name="Google Shape;1379;p66"/>
            <p:cNvSpPr/>
            <p:nvPr/>
          </p:nvSpPr>
          <p:spPr>
            <a:xfrm>
              <a:off x="1719263" y="3114675"/>
              <a:ext cx="922338" cy="628650"/>
            </a:xfrm>
            <a:custGeom>
              <a:rect b="b" l="l" r="r" t="t"/>
              <a:pathLst>
                <a:path extrusionOk="0" h="1980" w="2906">
                  <a:moveTo>
                    <a:pt x="2325" y="0"/>
                  </a:moveTo>
                  <a:lnTo>
                    <a:pt x="581" y="0"/>
                  </a:lnTo>
                  <a:lnTo>
                    <a:pt x="548" y="1"/>
                  </a:lnTo>
                  <a:lnTo>
                    <a:pt x="517" y="3"/>
                  </a:lnTo>
                  <a:lnTo>
                    <a:pt x="486" y="7"/>
                  </a:lnTo>
                  <a:lnTo>
                    <a:pt x="456" y="11"/>
                  </a:lnTo>
                  <a:lnTo>
                    <a:pt x="427" y="17"/>
                  </a:lnTo>
                  <a:lnTo>
                    <a:pt x="398" y="24"/>
                  </a:lnTo>
                  <a:lnTo>
                    <a:pt x="371" y="33"/>
                  </a:lnTo>
                  <a:lnTo>
                    <a:pt x="344" y="43"/>
                  </a:lnTo>
                  <a:lnTo>
                    <a:pt x="317" y="53"/>
                  </a:lnTo>
                  <a:lnTo>
                    <a:pt x="292" y="65"/>
                  </a:lnTo>
                  <a:lnTo>
                    <a:pt x="267" y="79"/>
                  </a:lnTo>
                  <a:lnTo>
                    <a:pt x="244" y="92"/>
                  </a:lnTo>
                  <a:lnTo>
                    <a:pt x="221" y="108"/>
                  </a:lnTo>
                  <a:lnTo>
                    <a:pt x="200" y="125"/>
                  </a:lnTo>
                  <a:lnTo>
                    <a:pt x="180" y="142"/>
                  </a:lnTo>
                  <a:lnTo>
                    <a:pt x="159" y="161"/>
                  </a:lnTo>
                  <a:lnTo>
                    <a:pt x="142" y="180"/>
                  </a:lnTo>
                  <a:lnTo>
                    <a:pt x="124" y="200"/>
                  </a:lnTo>
                  <a:lnTo>
                    <a:pt x="108" y="223"/>
                  </a:lnTo>
                  <a:lnTo>
                    <a:pt x="92" y="245"/>
                  </a:lnTo>
                  <a:lnTo>
                    <a:pt x="77" y="269"/>
                  </a:lnTo>
                  <a:lnTo>
                    <a:pt x="64" y="293"/>
                  </a:lnTo>
                  <a:lnTo>
                    <a:pt x="53" y="318"/>
                  </a:lnTo>
                  <a:lnTo>
                    <a:pt x="42" y="344"/>
                  </a:lnTo>
                  <a:lnTo>
                    <a:pt x="33" y="371"/>
                  </a:lnTo>
                  <a:lnTo>
                    <a:pt x="24" y="399"/>
                  </a:lnTo>
                  <a:lnTo>
                    <a:pt x="17" y="428"/>
                  </a:lnTo>
                  <a:lnTo>
                    <a:pt x="10" y="458"/>
                  </a:lnTo>
                  <a:lnTo>
                    <a:pt x="6" y="487"/>
                  </a:lnTo>
                  <a:lnTo>
                    <a:pt x="2" y="519"/>
                  </a:lnTo>
                  <a:lnTo>
                    <a:pt x="1" y="550"/>
                  </a:lnTo>
                  <a:lnTo>
                    <a:pt x="0" y="583"/>
                  </a:lnTo>
                  <a:lnTo>
                    <a:pt x="0" y="1398"/>
                  </a:lnTo>
                  <a:lnTo>
                    <a:pt x="1" y="1430"/>
                  </a:lnTo>
                  <a:lnTo>
                    <a:pt x="2" y="1463"/>
                  </a:lnTo>
                  <a:lnTo>
                    <a:pt x="6" y="1493"/>
                  </a:lnTo>
                  <a:lnTo>
                    <a:pt x="10" y="1523"/>
                  </a:lnTo>
                  <a:lnTo>
                    <a:pt x="17" y="1553"/>
                  </a:lnTo>
                  <a:lnTo>
                    <a:pt x="24" y="1582"/>
                  </a:lnTo>
                  <a:lnTo>
                    <a:pt x="33" y="1609"/>
                  </a:lnTo>
                  <a:lnTo>
                    <a:pt x="42" y="1637"/>
                  </a:lnTo>
                  <a:lnTo>
                    <a:pt x="53" y="1663"/>
                  </a:lnTo>
                  <a:lnTo>
                    <a:pt x="64" y="1688"/>
                  </a:lnTo>
                  <a:lnTo>
                    <a:pt x="77" y="1712"/>
                  </a:lnTo>
                  <a:lnTo>
                    <a:pt x="92" y="1736"/>
                  </a:lnTo>
                  <a:lnTo>
                    <a:pt x="108" y="1758"/>
                  </a:lnTo>
                  <a:lnTo>
                    <a:pt x="124" y="1780"/>
                  </a:lnTo>
                  <a:lnTo>
                    <a:pt x="142" y="1800"/>
                  </a:lnTo>
                  <a:lnTo>
                    <a:pt x="159" y="1820"/>
                  </a:lnTo>
                  <a:lnTo>
                    <a:pt x="180" y="1838"/>
                  </a:lnTo>
                  <a:lnTo>
                    <a:pt x="200" y="1856"/>
                  </a:lnTo>
                  <a:lnTo>
                    <a:pt x="221" y="1872"/>
                  </a:lnTo>
                  <a:lnTo>
                    <a:pt x="244" y="1888"/>
                  </a:lnTo>
                  <a:lnTo>
                    <a:pt x="267" y="1902"/>
                  </a:lnTo>
                  <a:lnTo>
                    <a:pt x="292" y="1915"/>
                  </a:lnTo>
                  <a:lnTo>
                    <a:pt x="317" y="1927"/>
                  </a:lnTo>
                  <a:lnTo>
                    <a:pt x="344" y="1938"/>
                  </a:lnTo>
                  <a:lnTo>
                    <a:pt x="371" y="1947"/>
                  </a:lnTo>
                  <a:lnTo>
                    <a:pt x="398" y="1956"/>
                  </a:lnTo>
                  <a:lnTo>
                    <a:pt x="427" y="1963"/>
                  </a:lnTo>
                  <a:lnTo>
                    <a:pt x="456" y="1969"/>
                  </a:lnTo>
                  <a:lnTo>
                    <a:pt x="486" y="1973"/>
                  </a:lnTo>
                  <a:lnTo>
                    <a:pt x="517" y="1977"/>
                  </a:lnTo>
                  <a:lnTo>
                    <a:pt x="548" y="1979"/>
                  </a:lnTo>
                  <a:lnTo>
                    <a:pt x="581" y="1980"/>
                  </a:lnTo>
                  <a:lnTo>
                    <a:pt x="1976" y="1980"/>
                  </a:lnTo>
                  <a:lnTo>
                    <a:pt x="1987" y="1979"/>
                  </a:lnTo>
                  <a:lnTo>
                    <a:pt x="1998" y="1979"/>
                  </a:lnTo>
                  <a:lnTo>
                    <a:pt x="2008" y="1977"/>
                  </a:lnTo>
                  <a:lnTo>
                    <a:pt x="2019" y="1974"/>
                  </a:lnTo>
                  <a:lnTo>
                    <a:pt x="2029" y="1972"/>
                  </a:lnTo>
                  <a:lnTo>
                    <a:pt x="2041" y="1969"/>
                  </a:lnTo>
                  <a:lnTo>
                    <a:pt x="2051" y="1964"/>
                  </a:lnTo>
                  <a:lnTo>
                    <a:pt x="2061" y="1960"/>
                  </a:lnTo>
                  <a:lnTo>
                    <a:pt x="2081" y="1950"/>
                  </a:lnTo>
                  <a:lnTo>
                    <a:pt x="2100" y="1937"/>
                  </a:lnTo>
                  <a:lnTo>
                    <a:pt x="2118" y="1923"/>
                  </a:lnTo>
                  <a:lnTo>
                    <a:pt x="2135" y="1907"/>
                  </a:lnTo>
                  <a:lnTo>
                    <a:pt x="2151" y="1890"/>
                  </a:lnTo>
                  <a:lnTo>
                    <a:pt x="2165" y="1872"/>
                  </a:lnTo>
                  <a:lnTo>
                    <a:pt x="2178" y="1853"/>
                  </a:lnTo>
                  <a:lnTo>
                    <a:pt x="2188" y="1833"/>
                  </a:lnTo>
                  <a:lnTo>
                    <a:pt x="2192" y="1823"/>
                  </a:lnTo>
                  <a:lnTo>
                    <a:pt x="2197" y="1812"/>
                  </a:lnTo>
                  <a:lnTo>
                    <a:pt x="2200" y="1801"/>
                  </a:lnTo>
                  <a:lnTo>
                    <a:pt x="2202" y="1791"/>
                  </a:lnTo>
                  <a:lnTo>
                    <a:pt x="2205" y="1780"/>
                  </a:lnTo>
                  <a:lnTo>
                    <a:pt x="2207" y="1770"/>
                  </a:lnTo>
                  <a:lnTo>
                    <a:pt x="2208" y="1758"/>
                  </a:lnTo>
                  <a:lnTo>
                    <a:pt x="2208" y="1747"/>
                  </a:lnTo>
                  <a:lnTo>
                    <a:pt x="2208" y="1340"/>
                  </a:lnTo>
                  <a:lnTo>
                    <a:pt x="2207" y="1321"/>
                  </a:lnTo>
                  <a:lnTo>
                    <a:pt x="2205" y="1303"/>
                  </a:lnTo>
                  <a:lnTo>
                    <a:pt x="2200" y="1286"/>
                  </a:lnTo>
                  <a:lnTo>
                    <a:pt x="2195" y="1270"/>
                  </a:lnTo>
                  <a:lnTo>
                    <a:pt x="2188" y="1254"/>
                  </a:lnTo>
                  <a:lnTo>
                    <a:pt x="2179" y="1240"/>
                  </a:lnTo>
                  <a:lnTo>
                    <a:pt x="2170" y="1227"/>
                  </a:lnTo>
                  <a:lnTo>
                    <a:pt x="2159" y="1215"/>
                  </a:lnTo>
                  <a:lnTo>
                    <a:pt x="2146" y="1204"/>
                  </a:lnTo>
                  <a:lnTo>
                    <a:pt x="2134" y="1194"/>
                  </a:lnTo>
                  <a:lnTo>
                    <a:pt x="2119" y="1186"/>
                  </a:lnTo>
                  <a:lnTo>
                    <a:pt x="2105" y="1178"/>
                  </a:lnTo>
                  <a:lnTo>
                    <a:pt x="2089" y="1172"/>
                  </a:lnTo>
                  <a:lnTo>
                    <a:pt x="2072" y="1169"/>
                  </a:lnTo>
                  <a:lnTo>
                    <a:pt x="2055" y="1166"/>
                  </a:lnTo>
                  <a:lnTo>
                    <a:pt x="2037" y="1166"/>
                  </a:lnTo>
                  <a:lnTo>
                    <a:pt x="2017" y="1166"/>
                  </a:lnTo>
                  <a:lnTo>
                    <a:pt x="1998" y="1169"/>
                  </a:lnTo>
                  <a:lnTo>
                    <a:pt x="1981" y="1172"/>
                  </a:lnTo>
                  <a:lnTo>
                    <a:pt x="1964" y="1178"/>
                  </a:lnTo>
                  <a:lnTo>
                    <a:pt x="1949" y="1185"/>
                  </a:lnTo>
                  <a:lnTo>
                    <a:pt x="1933" y="1193"/>
                  </a:lnTo>
                  <a:lnTo>
                    <a:pt x="1921" y="1202"/>
                  </a:lnTo>
                  <a:lnTo>
                    <a:pt x="1908" y="1213"/>
                  </a:lnTo>
                  <a:lnTo>
                    <a:pt x="1897" y="1225"/>
                  </a:lnTo>
                  <a:lnTo>
                    <a:pt x="1887" y="1238"/>
                  </a:lnTo>
                  <a:lnTo>
                    <a:pt x="1879" y="1252"/>
                  </a:lnTo>
                  <a:lnTo>
                    <a:pt x="1872" y="1268"/>
                  </a:lnTo>
                  <a:lnTo>
                    <a:pt x="1867" y="1285"/>
                  </a:lnTo>
                  <a:lnTo>
                    <a:pt x="1863" y="1302"/>
                  </a:lnTo>
                  <a:lnTo>
                    <a:pt x="1860" y="1321"/>
                  </a:lnTo>
                  <a:lnTo>
                    <a:pt x="1860" y="1340"/>
                  </a:lnTo>
                  <a:lnTo>
                    <a:pt x="1860" y="1631"/>
                  </a:lnTo>
                  <a:lnTo>
                    <a:pt x="581" y="1631"/>
                  </a:lnTo>
                  <a:lnTo>
                    <a:pt x="571" y="1630"/>
                  </a:lnTo>
                  <a:lnTo>
                    <a:pt x="559" y="1629"/>
                  </a:lnTo>
                  <a:lnTo>
                    <a:pt x="548" y="1628"/>
                  </a:lnTo>
                  <a:lnTo>
                    <a:pt x="538" y="1626"/>
                  </a:lnTo>
                  <a:lnTo>
                    <a:pt x="527" y="1622"/>
                  </a:lnTo>
                  <a:lnTo>
                    <a:pt x="517" y="1619"/>
                  </a:lnTo>
                  <a:lnTo>
                    <a:pt x="505" y="1616"/>
                  </a:lnTo>
                  <a:lnTo>
                    <a:pt x="495" y="1611"/>
                  </a:lnTo>
                  <a:lnTo>
                    <a:pt x="475" y="1600"/>
                  </a:lnTo>
                  <a:lnTo>
                    <a:pt x="456" y="1587"/>
                  </a:lnTo>
                  <a:lnTo>
                    <a:pt x="438" y="1574"/>
                  </a:lnTo>
                  <a:lnTo>
                    <a:pt x="421" y="1558"/>
                  </a:lnTo>
                  <a:lnTo>
                    <a:pt x="405" y="1541"/>
                  </a:lnTo>
                  <a:lnTo>
                    <a:pt x="391" y="1523"/>
                  </a:lnTo>
                  <a:lnTo>
                    <a:pt x="378" y="1503"/>
                  </a:lnTo>
                  <a:lnTo>
                    <a:pt x="368" y="1484"/>
                  </a:lnTo>
                  <a:lnTo>
                    <a:pt x="364" y="1473"/>
                  </a:lnTo>
                  <a:lnTo>
                    <a:pt x="359" y="1463"/>
                  </a:lnTo>
                  <a:lnTo>
                    <a:pt x="356" y="1452"/>
                  </a:lnTo>
                  <a:lnTo>
                    <a:pt x="354" y="1441"/>
                  </a:lnTo>
                  <a:lnTo>
                    <a:pt x="352" y="1431"/>
                  </a:lnTo>
                  <a:lnTo>
                    <a:pt x="349" y="1420"/>
                  </a:lnTo>
                  <a:lnTo>
                    <a:pt x="349" y="1409"/>
                  </a:lnTo>
                  <a:lnTo>
                    <a:pt x="348" y="1398"/>
                  </a:lnTo>
                  <a:lnTo>
                    <a:pt x="348" y="583"/>
                  </a:lnTo>
                  <a:lnTo>
                    <a:pt x="349" y="572"/>
                  </a:lnTo>
                  <a:lnTo>
                    <a:pt x="349" y="561"/>
                  </a:lnTo>
                  <a:lnTo>
                    <a:pt x="352" y="550"/>
                  </a:lnTo>
                  <a:lnTo>
                    <a:pt x="354" y="539"/>
                  </a:lnTo>
                  <a:lnTo>
                    <a:pt x="356" y="529"/>
                  </a:lnTo>
                  <a:lnTo>
                    <a:pt x="359" y="518"/>
                  </a:lnTo>
                  <a:lnTo>
                    <a:pt x="364" y="507"/>
                  </a:lnTo>
                  <a:lnTo>
                    <a:pt x="368" y="497"/>
                  </a:lnTo>
                  <a:lnTo>
                    <a:pt x="378" y="477"/>
                  </a:lnTo>
                  <a:lnTo>
                    <a:pt x="391" y="458"/>
                  </a:lnTo>
                  <a:lnTo>
                    <a:pt x="405" y="440"/>
                  </a:lnTo>
                  <a:lnTo>
                    <a:pt x="421" y="423"/>
                  </a:lnTo>
                  <a:lnTo>
                    <a:pt x="438" y="407"/>
                  </a:lnTo>
                  <a:lnTo>
                    <a:pt x="456" y="393"/>
                  </a:lnTo>
                  <a:lnTo>
                    <a:pt x="475" y="380"/>
                  </a:lnTo>
                  <a:lnTo>
                    <a:pt x="495" y="370"/>
                  </a:lnTo>
                  <a:lnTo>
                    <a:pt x="505" y="366"/>
                  </a:lnTo>
                  <a:lnTo>
                    <a:pt x="517" y="361"/>
                  </a:lnTo>
                  <a:lnTo>
                    <a:pt x="527" y="358"/>
                  </a:lnTo>
                  <a:lnTo>
                    <a:pt x="538" y="354"/>
                  </a:lnTo>
                  <a:lnTo>
                    <a:pt x="548" y="352"/>
                  </a:lnTo>
                  <a:lnTo>
                    <a:pt x="559" y="351"/>
                  </a:lnTo>
                  <a:lnTo>
                    <a:pt x="571" y="350"/>
                  </a:lnTo>
                  <a:lnTo>
                    <a:pt x="581" y="350"/>
                  </a:lnTo>
                  <a:lnTo>
                    <a:pt x="2325" y="350"/>
                  </a:lnTo>
                  <a:lnTo>
                    <a:pt x="2335" y="350"/>
                  </a:lnTo>
                  <a:lnTo>
                    <a:pt x="2346" y="351"/>
                  </a:lnTo>
                  <a:lnTo>
                    <a:pt x="2357" y="353"/>
                  </a:lnTo>
                  <a:lnTo>
                    <a:pt x="2368" y="356"/>
                  </a:lnTo>
                  <a:lnTo>
                    <a:pt x="2379" y="358"/>
                  </a:lnTo>
                  <a:lnTo>
                    <a:pt x="2389" y="361"/>
                  </a:lnTo>
                  <a:lnTo>
                    <a:pt x="2400" y="366"/>
                  </a:lnTo>
                  <a:lnTo>
                    <a:pt x="2410" y="370"/>
                  </a:lnTo>
                  <a:lnTo>
                    <a:pt x="2430" y="380"/>
                  </a:lnTo>
                  <a:lnTo>
                    <a:pt x="2450" y="393"/>
                  </a:lnTo>
                  <a:lnTo>
                    <a:pt x="2468" y="407"/>
                  </a:lnTo>
                  <a:lnTo>
                    <a:pt x="2484" y="423"/>
                  </a:lnTo>
                  <a:lnTo>
                    <a:pt x="2500" y="440"/>
                  </a:lnTo>
                  <a:lnTo>
                    <a:pt x="2515" y="458"/>
                  </a:lnTo>
                  <a:lnTo>
                    <a:pt x="2527" y="477"/>
                  </a:lnTo>
                  <a:lnTo>
                    <a:pt x="2537" y="497"/>
                  </a:lnTo>
                  <a:lnTo>
                    <a:pt x="2542" y="507"/>
                  </a:lnTo>
                  <a:lnTo>
                    <a:pt x="2546" y="518"/>
                  </a:lnTo>
                  <a:lnTo>
                    <a:pt x="2549" y="529"/>
                  </a:lnTo>
                  <a:lnTo>
                    <a:pt x="2552" y="539"/>
                  </a:lnTo>
                  <a:lnTo>
                    <a:pt x="2554" y="550"/>
                  </a:lnTo>
                  <a:lnTo>
                    <a:pt x="2556" y="561"/>
                  </a:lnTo>
                  <a:lnTo>
                    <a:pt x="2556" y="572"/>
                  </a:lnTo>
                  <a:lnTo>
                    <a:pt x="2557" y="583"/>
                  </a:lnTo>
                  <a:lnTo>
                    <a:pt x="2557" y="1806"/>
                  </a:lnTo>
                  <a:lnTo>
                    <a:pt x="2558" y="1823"/>
                  </a:lnTo>
                  <a:lnTo>
                    <a:pt x="2561" y="1839"/>
                  </a:lnTo>
                  <a:lnTo>
                    <a:pt x="2564" y="1856"/>
                  </a:lnTo>
                  <a:lnTo>
                    <a:pt x="2570" y="1872"/>
                  </a:lnTo>
                  <a:lnTo>
                    <a:pt x="2576" y="1887"/>
                  </a:lnTo>
                  <a:lnTo>
                    <a:pt x="2584" y="1901"/>
                  </a:lnTo>
                  <a:lnTo>
                    <a:pt x="2594" y="1915"/>
                  </a:lnTo>
                  <a:lnTo>
                    <a:pt x="2605" y="1927"/>
                  </a:lnTo>
                  <a:lnTo>
                    <a:pt x="2617" y="1938"/>
                  </a:lnTo>
                  <a:lnTo>
                    <a:pt x="2630" y="1949"/>
                  </a:lnTo>
                  <a:lnTo>
                    <a:pt x="2645" y="1958"/>
                  </a:lnTo>
                  <a:lnTo>
                    <a:pt x="2660" y="1965"/>
                  </a:lnTo>
                  <a:lnTo>
                    <a:pt x="2676" y="1972"/>
                  </a:lnTo>
                  <a:lnTo>
                    <a:pt x="2694" y="1977"/>
                  </a:lnTo>
                  <a:lnTo>
                    <a:pt x="2712" y="1979"/>
                  </a:lnTo>
                  <a:lnTo>
                    <a:pt x="2731" y="1980"/>
                  </a:lnTo>
                  <a:lnTo>
                    <a:pt x="2749" y="1979"/>
                  </a:lnTo>
                  <a:lnTo>
                    <a:pt x="2767" y="1978"/>
                  </a:lnTo>
                  <a:lnTo>
                    <a:pt x="2784" y="1974"/>
                  </a:lnTo>
                  <a:lnTo>
                    <a:pt x="2800" y="1970"/>
                  </a:lnTo>
                  <a:lnTo>
                    <a:pt x="2816" y="1963"/>
                  </a:lnTo>
                  <a:lnTo>
                    <a:pt x="2830" y="1956"/>
                  </a:lnTo>
                  <a:lnTo>
                    <a:pt x="2844" y="1947"/>
                  </a:lnTo>
                  <a:lnTo>
                    <a:pt x="2856" y="1937"/>
                  </a:lnTo>
                  <a:lnTo>
                    <a:pt x="2866" y="1926"/>
                  </a:lnTo>
                  <a:lnTo>
                    <a:pt x="2876" y="1913"/>
                  </a:lnTo>
                  <a:lnTo>
                    <a:pt x="2885" y="1899"/>
                  </a:lnTo>
                  <a:lnTo>
                    <a:pt x="2892" y="1883"/>
                  </a:lnTo>
                  <a:lnTo>
                    <a:pt x="2898" y="1866"/>
                  </a:lnTo>
                  <a:lnTo>
                    <a:pt x="2902" y="1847"/>
                  </a:lnTo>
                  <a:lnTo>
                    <a:pt x="2904" y="1827"/>
                  </a:lnTo>
                  <a:lnTo>
                    <a:pt x="2906" y="1806"/>
                  </a:lnTo>
                  <a:lnTo>
                    <a:pt x="2906" y="583"/>
                  </a:lnTo>
                  <a:lnTo>
                    <a:pt x="2904" y="550"/>
                  </a:lnTo>
                  <a:lnTo>
                    <a:pt x="2903" y="519"/>
                  </a:lnTo>
                  <a:lnTo>
                    <a:pt x="2900" y="487"/>
                  </a:lnTo>
                  <a:lnTo>
                    <a:pt x="2895" y="458"/>
                  </a:lnTo>
                  <a:lnTo>
                    <a:pt x="2889" y="428"/>
                  </a:lnTo>
                  <a:lnTo>
                    <a:pt x="2882" y="399"/>
                  </a:lnTo>
                  <a:lnTo>
                    <a:pt x="2873" y="371"/>
                  </a:lnTo>
                  <a:lnTo>
                    <a:pt x="2864" y="344"/>
                  </a:lnTo>
                  <a:lnTo>
                    <a:pt x="2853" y="318"/>
                  </a:lnTo>
                  <a:lnTo>
                    <a:pt x="2842" y="293"/>
                  </a:lnTo>
                  <a:lnTo>
                    <a:pt x="2828" y="269"/>
                  </a:lnTo>
                  <a:lnTo>
                    <a:pt x="2813" y="245"/>
                  </a:lnTo>
                  <a:lnTo>
                    <a:pt x="2799" y="223"/>
                  </a:lnTo>
                  <a:lnTo>
                    <a:pt x="2782" y="200"/>
                  </a:lnTo>
                  <a:lnTo>
                    <a:pt x="2764" y="180"/>
                  </a:lnTo>
                  <a:lnTo>
                    <a:pt x="2746" y="161"/>
                  </a:lnTo>
                  <a:lnTo>
                    <a:pt x="2726" y="142"/>
                  </a:lnTo>
                  <a:lnTo>
                    <a:pt x="2706" y="125"/>
                  </a:lnTo>
                  <a:lnTo>
                    <a:pt x="2684" y="108"/>
                  </a:lnTo>
                  <a:lnTo>
                    <a:pt x="2662" y="92"/>
                  </a:lnTo>
                  <a:lnTo>
                    <a:pt x="2638" y="78"/>
                  </a:lnTo>
                  <a:lnTo>
                    <a:pt x="2614" y="65"/>
                  </a:lnTo>
                  <a:lnTo>
                    <a:pt x="2589" y="53"/>
                  </a:lnTo>
                  <a:lnTo>
                    <a:pt x="2563" y="42"/>
                  </a:lnTo>
                  <a:lnTo>
                    <a:pt x="2535" y="33"/>
                  </a:lnTo>
                  <a:lnTo>
                    <a:pt x="2508" y="24"/>
                  </a:lnTo>
                  <a:lnTo>
                    <a:pt x="2479" y="17"/>
                  </a:lnTo>
                  <a:lnTo>
                    <a:pt x="2450" y="11"/>
                  </a:lnTo>
                  <a:lnTo>
                    <a:pt x="2419" y="6"/>
                  </a:lnTo>
                  <a:lnTo>
                    <a:pt x="2389" y="2"/>
                  </a:lnTo>
                  <a:lnTo>
                    <a:pt x="2356" y="1"/>
                  </a:lnTo>
                  <a:lnTo>
                    <a:pt x="2325" y="0"/>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80" name="Google Shape;1380;p66"/>
            <p:cNvSpPr/>
            <p:nvPr/>
          </p:nvSpPr>
          <p:spPr>
            <a:xfrm>
              <a:off x="4487863" y="3114675"/>
              <a:ext cx="922338" cy="628650"/>
            </a:xfrm>
            <a:custGeom>
              <a:rect b="b" l="l" r="r" t="t"/>
              <a:pathLst>
                <a:path extrusionOk="0" h="1980" w="2905">
                  <a:moveTo>
                    <a:pt x="0" y="1398"/>
                  </a:moveTo>
                  <a:lnTo>
                    <a:pt x="0" y="1436"/>
                  </a:lnTo>
                  <a:lnTo>
                    <a:pt x="1" y="1472"/>
                  </a:lnTo>
                  <a:lnTo>
                    <a:pt x="4" y="1506"/>
                  </a:lnTo>
                  <a:lnTo>
                    <a:pt x="8" y="1540"/>
                  </a:lnTo>
                  <a:lnTo>
                    <a:pt x="12" y="1572"/>
                  </a:lnTo>
                  <a:lnTo>
                    <a:pt x="18" y="1603"/>
                  </a:lnTo>
                  <a:lnTo>
                    <a:pt x="24" y="1632"/>
                  </a:lnTo>
                  <a:lnTo>
                    <a:pt x="32" y="1661"/>
                  </a:lnTo>
                  <a:lnTo>
                    <a:pt x="41" y="1688"/>
                  </a:lnTo>
                  <a:lnTo>
                    <a:pt x="51" y="1713"/>
                  </a:lnTo>
                  <a:lnTo>
                    <a:pt x="63" y="1738"/>
                  </a:lnTo>
                  <a:lnTo>
                    <a:pt x="75" y="1762"/>
                  </a:lnTo>
                  <a:lnTo>
                    <a:pt x="88" y="1783"/>
                  </a:lnTo>
                  <a:lnTo>
                    <a:pt x="103" y="1805"/>
                  </a:lnTo>
                  <a:lnTo>
                    <a:pt x="119" y="1824"/>
                  </a:lnTo>
                  <a:lnTo>
                    <a:pt x="136" y="1842"/>
                  </a:lnTo>
                  <a:lnTo>
                    <a:pt x="155" y="1859"/>
                  </a:lnTo>
                  <a:lnTo>
                    <a:pt x="174" y="1875"/>
                  </a:lnTo>
                  <a:lnTo>
                    <a:pt x="194" y="1890"/>
                  </a:lnTo>
                  <a:lnTo>
                    <a:pt x="216" y="1904"/>
                  </a:lnTo>
                  <a:lnTo>
                    <a:pt x="239" y="1916"/>
                  </a:lnTo>
                  <a:lnTo>
                    <a:pt x="264" y="1927"/>
                  </a:lnTo>
                  <a:lnTo>
                    <a:pt x="289" y="1937"/>
                  </a:lnTo>
                  <a:lnTo>
                    <a:pt x="316" y="1946"/>
                  </a:lnTo>
                  <a:lnTo>
                    <a:pt x="344" y="1954"/>
                  </a:lnTo>
                  <a:lnTo>
                    <a:pt x="375" y="1961"/>
                  </a:lnTo>
                  <a:lnTo>
                    <a:pt x="405" y="1967"/>
                  </a:lnTo>
                  <a:lnTo>
                    <a:pt x="438" y="1972"/>
                  </a:lnTo>
                  <a:lnTo>
                    <a:pt x="471" y="1976"/>
                  </a:lnTo>
                  <a:lnTo>
                    <a:pt x="506" y="1978"/>
                  </a:lnTo>
                  <a:lnTo>
                    <a:pt x="542" y="1980"/>
                  </a:lnTo>
                  <a:lnTo>
                    <a:pt x="580" y="1980"/>
                  </a:lnTo>
                  <a:lnTo>
                    <a:pt x="715" y="1980"/>
                  </a:lnTo>
                  <a:lnTo>
                    <a:pt x="849" y="1980"/>
                  </a:lnTo>
                  <a:lnTo>
                    <a:pt x="984" y="1980"/>
                  </a:lnTo>
                  <a:lnTo>
                    <a:pt x="1118" y="1980"/>
                  </a:lnTo>
                  <a:lnTo>
                    <a:pt x="1252" y="1980"/>
                  </a:lnTo>
                  <a:lnTo>
                    <a:pt x="1387" y="1980"/>
                  </a:lnTo>
                  <a:lnTo>
                    <a:pt x="1522" y="1980"/>
                  </a:lnTo>
                  <a:lnTo>
                    <a:pt x="1655" y="1980"/>
                  </a:lnTo>
                  <a:lnTo>
                    <a:pt x="1790" y="1980"/>
                  </a:lnTo>
                  <a:lnTo>
                    <a:pt x="1924" y="1980"/>
                  </a:lnTo>
                  <a:lnTo>
                    <a:pt x="2058" y="1980"/>
                  </a:lnTo>
                  <a:lnTo>
                    <a:pt x="2193" y="1980"/>
                  </a:lnTo>
                  <a:lnTo>
                    <a:pt x="2327" y="1980"/>
                  </a:lnTo>
                  <a:lnTo>
                    <a:pt x="2462" y="1980"/>
                  </a:lnTo>
                  <a:lnTo>
                    <a:pt x="2596" y="1980"/>
                  </a:lnTo>
                  <a:lnTo>
                    <a:pt x="2730" y="1980"/>
                  </a:lnTo>
                  <a:lnTo>
                    <a:pt x="2749" y="1979"/>
                  </a:lnTo>
                  <a:lnTo>
                    <a:pt x="2768" y="1977"/>
                  </a:lnTo>
                  <a:lnTo>
                    <a:pt x="2785" y="1973"/>
                  </a:lnTo>
                  <a:lnTo>
                    <a:pt x="2802" y="1968"/>
                  </a:lnTo>
                  <a:lnTo>
                    <a:pt x="2818" y="1961"/>
                  </a:lnTo>
                  <a:lnTo>
                    <a:pt x="2832" y="1953"/>
                  </a:lnTo>
                  <a:lnTo>
                    <a:pt x="2845" y="1943"/>
                  </a:lnTo>
                  <a:lnTo>
                    <a:pt x="2857" y="1933"/>
                  </a:lnTo>
                  <a:lnTo>
                    <a:pt x="2868" y="1920"/>
                  </a:lnTo>
                  <a:lnTo>
                    <a:pt x="2877" y="1907"/>
                  </a:lnTo>
                  <a:lnTo>
                    <a:pt x="2886" y="1893"/>
                  </a:lnTo>
                  <a:lnTo>
                    <a:pt x="2893" y="1878"/>
                  </a:lnTo>
                  <a:lnTo>
                    <a:pt x="2897" y="1861"/>
                  </a:lnTo>
                  <a:lnTo>
                    <a:pt x="2902" y="1843"/>
                  </a:lnTo>
                  <a:lnTo>
                    <a:pt x="2904" y="1824"/>
                  </a:lnTo>
                  <a:lnTo>
                    <a:pt x="2905" y="1805"/>
                  </a:lnTo>
                  <a:lnTo>
                    <a:pt x="2904" y="1785"/>
                  </a:lnTo>
                  <a:lnTo>
                    <a:pt x="2902" y="1767"/>
                  </a:lnTo>
                  <a:lnTo>
                    <a:pt x="2898" y="1749"/>
                  </a:lnTo>
                  <a:lnTo>
                    <a:pt x="2893" y="1734"/>
                  </a:lnTo>
                  <a:lnTo>
                    <a:pt x="2886" y="1718"/>
                  </a:lnTo>
                  <a:lnTo>
                    <a:pt x="2878" y="1703"/>
                  </a:lnTo>
                  <a:lnTo>
                    <a:pt x="2869" y="1691"/>
                  </a:lnTo>
                  <a:lnTo>
                    <a:pt x="2858" y="1679"/>
                  </a:lnTo>
                  <a:lnTo>
                    <a:pt x="2847" y="1667"/>
                  </a:lnTo>
                  <a:lnTo>
                    <a:pt x="2833" y="1658"/>
                  </a:lnTo>
                  <a:lnTo>
                    <a:pt x="2819" y="1650"/>
                  </a:lnTo>
                  <a:lnTo>
                    <a:pt x="2804" y="1644"/>
                  </a:lnTo>
                  <a:lnTo>
                    <a:pt x="2787" y="1638"/>
                  </a:lnTo>
                  <a:lnTo>
                    <a:pt x="2770" y="1634"/>
                  </a:lnTo>
                  <a:lnTo>
                    <a:pt x="2751" y="1631"/>
                  </a:lnTo>
                  <a:lnTo>
                    <a:pt x="2732" y="1631"/>
                  </a:lnTo>
                  <a:lnTo>
                    <a:pt x="580" y="1631"/>
                  </a:lnTo>
                  <a:lnTo>
                    <a:pt x="549" y="1630"/>
                  </a:lnTo>
                  <a:lnTo>
                    <a:pt x="521" y="1627"/>
                  </a:lnTo>
                  <a:lnTo>
                    <a:pt x="494" y="1623"/>
                  </a:lnTo>
                  <a:lnTo>
                    <a:pt x="470" y="1618"/>
                  </a:lnTo>
                  <a:lnTo>
                    <a:pt x="459" y="1613"/>
                  </a:lnTo>
                  <a:lnTo>
                    <a:pt x="449" y="1610"/>
                  </a:lnTo>
                  <a:lnTo>
                    <a:pt x="439" y="1605"/>
                  </a:lnTo>
                  <a:lnTo>
                    <a:pt x="430" y="1601"/>
                  </a:lnTo>
                  <a:lnTo>
                    <a:pt x="422" y="1595"/>
                  </a:lnTo>
                  <a:lnTo>
                    <a:pt x="413" y="1590"/>
                  </a:lnTo>
                  <a:lnTo>
                    <a:pt x="406" y="1584"/>
                  </a:lnTo>
                  <a:lnTo>
                    <a:pt x="398" y="1577"/>
                  </a:lnTo>
                  <a:lnTo>
                    <a:pt x="392" y="1571"/>
                  </a:lnTo>
                  <a:lnTo>
                    <a:pt x="386" y="1563"/>
                  </a:lnTo>
                  <a:lnTo>
                    <a:pt x="380" y="1555"/>
                  </a:lnTo>
                  <a:lnTo>
                    <a:pt x="375" y="1546"/>
                  </a:lnTo>
                  <a:lnTo>
                    <a:pt x="370" y="1537"/>
                  </a:lnTo>
                  <a:lnTo>
                    <a:pt x="367" y="1527"/>
                  </a:lnTo>
                  <a:lnTo>
                    <a:pt x="362" y="1517"/>
                  </a:lnTo>
                  <a:lnTo>
                    <a:pt x="359" y="1505"/>
                  </a:lnTo>
                  <a:lnTo>
                    <a:pt x="355" y="1483"/>
                  </a:lnTo>
                  <a:lnTo>
                    <a:pt x="350" y="1457"/>
                  </a:lnTo>
                  <a:lnTo>
                    <a:pt x="349" y="1429"/>
                  </a:lnTo>
                  <a:lnTo>
                    <a:pt x="348" y="1398"/>
                  </a:lnTo>
                  <a:lnTo>
                    <a:pt x="348" y="583"/>
                  </a:lnTo>
                  <a:lnTo>
                    <a:pt x="349" y="551"/>
                  </a:lnTo>
                  <a:lnTo>
                    <a:pt x="351" y="523"/>
                  </a:lnTo>
                  <a:lnTo>
                    <a:pt x="355" y="496"/>
                  </a:lnTo>
                  <a:lnTo>
                    <a:pt x="360" y="473"/>
                  </a:lnTo>
                  <a:lnTo>
                    <a:pt x="364" y="462"/>
                  </a:lnTo>
                  <a:lnTo>
                    <a:pt x="368" y="451"/>
                  </a:lnTo>
                  <a:lnTo>
                    <a:pt x="371" y="442"/>
                  </a:lnTo>
                  <a:lnTo>
                    <a:pt x="377" y="432"/>
                  </a:lnTo>
                  <a:lnTo>
                    <a:pt x="382" y="424"/>
                  </a:lnTo>
                  <a:lnTo>
                    <a:pt x="387" y="416"/>
                  </a:lnTo>
                  <a:lnTo>
                    <a:pt x="394" y="408"/>
                  </a:lnTo>
                  <a:lnTo>
                    <a:pt x="401" y="401"/>
                  </a:lnTo>
                  <a:lnTo>
                    <a:pt x="407" y="395"/>
                  </a:lnTo>
                  <a:lnTo>
                    <a:pt x="415" y="388"/>
                  </a:lnTo>
                  <a:lnTo>
                    <a:pt x="423" y="383"/>
                  </a:lnTo>
                  <a:lnTo>
                    <a:pt x="432" y="378"/>
                  </a:lnTo>
                  <a:lnTo>
                    <a:pt x="441" y="374"/>
                  </a:lnTo>
                  <a:lnTo>
                    <a:pt x="451" y="369"/>
                  </a:lnTo>
                  <a:lnTo>
                    <a:pt x="461" y="366"/>
                  </a:lnTo>
                  <a:lnTo>
                    <a:pt x="473" y="362"/>
                  </a:lnTo>
                  <a:lnTo>
                    <a:pt x="496" y="357"/>
                  </a:lnTo>
                  <a:lnTo>
                    <a:pt x="522" y="353"/>
                  </a:lnTo>
                  <a:lnTo>
                    <a:pt x="550" y="351"/>
                  </a:lnTo>
                  <a:lnTo>
                    <a:pt x="580" y="350"/>
                  </a:lnTo>
                  <a:lnTo>
                    <a:pt x="2323" y="350"/>
                  </a:lnTo>
                  <a:lnTo>
                    <a:pt x="2354" y="351"/>
                  </a:lnTo>
                  <a:lnTo>
                    <a:pt x="2381" y="353"/>
                  </a:lnTo>
                  <a:lnTo>
                    <a:pt x="2407" y="357"/>
                  </a:lnTo>
                  <a:lnTo>
                    <a:pt x="2429" y="362"/>
                  </a:lnTo>
                  <a:lnTo>
                    <a:pt x="2440" y="366"/>
                  </a:lnTo>
                  <a:lnTo>
                    <a:pt x="2450" y="369"/>
                  </a:lnTo>
                  <a:lnTo>
                    <a:pt x="2460" y="374"/>
                  </a:lnTo>
                  <a:lnTo>
                    <a:pt x="2469" y="378"/>
                  </a:lnTo>
                  <a:lnTo>
                    <a:pt x="2478" y="384"/>
                  </a:lnTo>
                  <a:lnTo>
                    <a:pt x="2486" y="389"/>
                  </a:lnTo>
                  <a:lnTo>
                    <a:pt x="2494" y="395"/>
                  </a:lnTo>
                  <a:lnTo>
                    <a:pt x="2502" y="402"/>
                  </a:lnTo>
                  <a:lnTo>
                    <a:pt x="2509" y="410"/>
                  </a:lnTo>
                  <a:lnTo>
                    <a:pt x="2514" y="416"/>
                  </a:lnTo>
                  <a:lnTo>
                    <a:pt x="2520" y="425"/>
                  </a:lnTo>
                  <a:lnTo>
                    <a:pt x="2526" y="433"/>
                  </a:lnTo>
                  <a:lnTo>
                    <a:pt x="2531" y="443"/>
                  </a:lnTo>
                  <a:lnTo>
                    <a:pt x="2536" y="452"/>
                  </a:lnTo>
                  <a:lnTo>
                    <a:pt x="2539" y="462"/>
                  </a:lnTo>
                  <a:lnTo>
                    <a:pt x="2542" y="474"/>
                  </a:lnTo>
                  <a:lnTo>
                    <a:pt x="2549" y="497"/>
                  </a:lnTo>
                  <a:lnTo>
                    <a:pt x="2553" y="523"/>
                  </a:lnTo>
                  <a:lnTo>
                    <a:pt x="2555" y="551"/>
                  </a:lnTo>
                  <a:lnTo>
                    <a:pt x="2556" y="583"/>
                  </a:lnTo>
                  <a:lnTo>
                    <a:pt x="2556" y="614"/>
                  </a:lnTo>
                  <a:lnTo>
                    <a:pt x="2554" y="642"/>
                  </a:lnTo>
                  <a:lnTo>
                    <a:pt x="2549" y="669"/>
                  </a:lnTo>
                  <a:lnTo>
                    <a:pt x="2544" y="693"/>
                  </a:lnTo>
                  <a:lnTo>
                    <a:pt x="2540" y="703"/>
                  </a:lnTo>
                  <a:lnTo>
                    <a:pt x="2537" y="714"/>
                  </a:lnTo>
                  <a:lnTo>
                    <a:pt x="2532" y="723"/>
                  </a:lnTo>
                  <a:lnTo>
                    <a:pt x="2528" y="734"/>
                  </a:lnTo>
                  <a:lnTo>
                    <a:pt x="2522" y="741"/>
                  </a:lnTo>
                  <a:lnTo>
                    <a:pt x="2517" y="750"/>
                  </a:lnTo>
                  <a:lnTo>
                    <a:pt x="2511" y="757"/>
                  </a:lnTo>
                  <a:lnTo>
                    <a:pt x="2504" y="765"/>
                  </a:lnTo>
                  <a:lnTo>
                    <a:pt x="2498" y="771"/>
                  </a:lnTo>
                  <a:lnTo>
                    <a:pt x="2490" y="777"/>
                  </a:lnTo>
                  <a:lnTo>
                    <a:pt x="2482" y="783"/>
                  </a:lnTo>
                  <a:lnTo>
                    <a:pt x="2473" y="788"/>
                  </a:lnTo>
                  <a:lnTo>
                    <a:pt x="2464" y="792"/>
                  </a:lnTo>
                  <a:lnTo>
                    <a:pt x="2454" y="797"/>
                  </a:lnTo>
                  <a:lnTo>
                    <a:pt x="2444" y="800"/>
                  </a:lnTo>
                  <a:lnTo>
                    <a:pt x="2432" y="803"/>
                  </a:lnTo>
                  <a:lnTo>
                    <a:pt x="2409" y="809"/>
                  </a:lnTo>
                  <a:lnTo>
                    <a:pt x="2383" y="812"/>
                  </a:lnTo>
                  <a:lnTo>
                    <a:pt x="2355" y="815"/>
                  </a:lnTo>
                  <a:lnTo>
                    <a:pt x="2323" y="816"/>
                  </a:lnTo>
                  <a:lnTo>
                    <a:pt x="872" y="816"/>
                  </a:lnTo>
                  <a:lnTo>
                    <a:pt x="851" y="816"/>
                  </a:lnTo>
                  <a:lnTo>
                    <a:pt x="831" y="818"/>
                  </a:lnTo>
                  <a:lnTo>
                    <a:pt x="813" y="821"/>
                  </a:lnTo>
                  <a:lnTo>
                    <a:pt x="796" y="827"/>
                  </a:lnTo>
                  <a:lnTo>
                    <a:pt x="780" y="833"/>
                  </a:lnTo>
                  <a:lnTo>
                    <a:pt x="766" y="840"/>
                  </a:lnTo>
                  <a:lnTo>
                    <a:pt x="752" y="849"/>
                  </a:lnTo>
                  <a:lnTo>
                    <a:pt x="741" y="860"/>
                  </a:lnTo>
                  <a:lnTo>
                    <a:pt x="731" y="871"/>
                  </a:lnTo>
                  <a:lnTo>
                    <a:pt x="722" y="884"/>
                  </a:lnTo>
                  <a:lnTo>
                    <a:pt x="715" y="899"/>
                  </a:lnTo>
                  <a:lnTo>
                    <a:pt x="708" y="914"/>
                  </a:lnTo>
                  <a:lnTo>
                    <a:pt x="704" y="932"/>
                  </a:lnTo>
                  <a:lnTo>
                    <a:pt x="701" y="950"/>
                  </a:lnTo>
                  <a:lnTo>
                    <a:pt x="698" y="969"/>
                  </a:lnTo>
                  <a:lnTo>
                    <a:pt x="698" y="990"/>
                  </a:lnTo>
                  <a:lnTo>
                    <a:pt x="698" y="1010"/>
                  </a:lnTo>
                  <a:lnTo>
                    <a:pt x="701" y="1029"/>
                  </a:lnTo>
                  <a:lnTo>
                    <a:pt x="704" y="1047"/>
                  </a:lnTo>
                  <a:lnTo>
                    <a:pt x="708" y="1064"/>
                  </a:lnTo>
                  <a:lnTo>
                    <a:pt x="715" y="1080"/>
                  </a:lnTo>
                  <a:lnTo>
                    <a:pt x="723" y="1095"/>
                  </a:lnTo>
                  <a:lnTo>
                    <a:pt x="732" y="1108"/>
                  </a:lnTo>
                  <a:lnTo>
                    <a:pt x="742" y="1119"/>
                  </a:lnTo>
                  <a:lnTo>
                    <a:pt x="753" y="1131"/>
                  </a:lnTo>
                  <a:lnTo>
                    <a:pt x="767" y="1140"/>
                  </a:lnTo>
                  <a:lnTo>
                    <a:pt x="780" y="1148"/>
                  </a:lnTo>
                  <a:lnTo>
                    <a:pt x="796" y="1153"/>
                  </a:lnTo>
                  <a:lnTo>
                    <a:pt x="814" y="1159"/>
                  </a:lnTo>
                  <a:lnTo>
                    <a:pt x="832" y="1162"/>
                  </a:lnTo>
                  <a:lnTo>
                    <a:pt x="851" y="1164"/>
                  </a:lnTo>
                  <a:lnTo>
                    <a:pt x="872" y="1166"/>
                  </a:lnTo>
                  <a:lnTo>
                    <a:pt x="2323" y="1166"/>
                  </a:lnTo>
                  <a:lnTo>
                    <a:pt x="2362" y="1164"/>
                  </a:lnTo>
                  <a:lnTo>
                    <a:pt x="2399" y="1163"/>
                  </a:lnTo>
                  <a:lnTo>
                    <a:pt x="2434" y="1161"/>
                  </a:lnTo>
                  <a:lnTo>
                    <a:pt x="2467" y="1157"/>
                  </a:lnTo>
                  <a:lnTo>
                    <a:pt x="2500" y="1152"/>
                  </a:lnTo>
                  <a:lnTo>
                    <a:pt x="2530" y="1146"/>
                  </a:lnTo>
                  <a:lnTo>
                    <a:pt x="2560" y="1140"/>
                  </a:lnTo>
                  <a:lnTo>
                    <a:pt x="2588" y="1132"/>
                  </a:lnTo>
                  <a:lnTo>
                    <a:pt x="2615" y="1123"/>
                  </a:lnTo>
                  <a:lnTo>
                    <a:pt x="2641" y="1113"/>
                  </a:lnTo>
                  <a:lnTo>
                    <a:pt x="2665" y="1100"/>
                  </a:lnTo>
                  <a:lnTo>
                    <a:pt x="2688" y="1088"/>
                  </a:lnTo>
                  <a:lnTo>
                    <a:pt x="2711" y="1074"/>
                  </a:lnTo>
                  <a:lnTo>
                    <a:pt x="2731" y="1060"/>
                  </a:lnTo>
                  <a:lnTo>
                    <a:pt x="2750" y="1044"/>
                  </a:lnTo>
                  <a:lnTo>
                    <a:pt x="2768" y="1027"/>
                  </a:lnTo>
                  <a:lnTo>
                    <a:pt x="2786" y="1008"/>
                  </a:lnTo>
                  <a:lnTo>
                    <a:pt x="2802" y="989"/>
                  </a:lnTo>
                  <a:lnTo>
                    <a:pt x="2816" y="969"/>
                  </a:lnTo>
                  <a:lnTo>
                    <a:pt x="2830" y="946"/>
                  </a:lnTo>
                  <a:lnTo>
                    <a:pt x="2842" y="923"/>
                  </a:lnTo>
                  <a:lnTo>
                    <a:pt x="2854" y="899"/>
                  </a:lnTo>
                  <a:lnTo>
                    <a:pt x="2863" y="873"/>
                  </a:lnTo>
                  <a:lnTo>
                    <a:pt x="2872" y="846"/>
                  </a:lnTo>
                  <a:lnTo>
                    <a:pt x="2879" y="818"/>
                  </a:lnTo>
                  <a:lnTo>
                    <a:pt x="2886" y="788"/>
                  </a:lnTo>
                  <a:lnTo>
                    <a:pt x="2892" y="757"/>
                  </a:lnTo>
                  <a:lnTo>
                    <a:pt x="2897" y="725"/>
                  </a:lnTo>
                  <a:lnTo>
                    <a:pt x="2901" y="691"/>
                  </a:lnTo>
                  <a:lnTo>
                    <a:pt x="2903" y="656"/>
                  </a:lnTo>
                  <a:lnTo>
                    <a:pt x="2904" y="620"/>
                  </a:lnTo>
                  <a:lnTo>
                    <a:pt x="2905" y="583"/>
                  </a:lnTo>
                  <a:lnTo>
                    <a:pt x="2904" y="546"/>
                  </a:lnTo>
                  <a:lnTo>
                    <a:pt x="2903" y="509"/>
                  </a:lnTo>
                  <a:lnTo>
                    <a:pt x="2901" y="474"/>
                  </a:lnTo>
                  <a:lnTo>
                    <a:pt x="2896" y="441"/>
                  </a:lnTo>
                  <a:lnTo>
                    <a:pt x="2892" y="408"/>
                  </a:lnTo>
                  <a:lnTo>
                    <a:pt x="2886" y="378"/>
                  </a:lnTo>
                  <a:lnTo>
                    <a:pt x="2879" y="348"/>
                  </a:lnTo>
                  <a:lnTo>
                    <a:pt x="2872" y="320"/>
                  </a:lnTo>
                  <a:lnTo>
                    <a:pt x="2863" y="293"/>
                  </a:lnTo>
                  <a:lnTo>
                    <a:pt x="2852" y="267"/>
                  </a:lnTo>
                  <a:lnTo>
                    <a:pt x="2840" y="243"/>
                  </a:lnTo>
                  <a:lnTo>
                    <a:pt x="2828" y="219"/>
                  </a:lnTo>
                  <a:lnTo>
                    <a:pt x="2814" y="197"/>
                  </a:lnTo>
                  <a:lnTo>
                    <a:pt x="2800" y="177"/>
                  </a:lnTo>
                  <a:lnTo>
                    <a:pt x="2784" y="158"/>
                  </a:lnTo>
                  <a:lnTo>
                    <a:pt x="2767" y="138"/>
                  </a:lnTo>
                  <a:lnTo>
                    <a:pt x="2748" y="122"/>
                  </a:lnTo>
                  <a:lnTo>
                    <a:pt x="2729" y="106"/>
                  </a:lnTo>
                  <a:lnTo>
                    <a:pt x="2708" y="91"/>
                  </a:lnTo>
                  <a:lnTo>
                    <a:pt x="2686" y="78"/>
                  </a:lnTo>
                  <a:lnTo>
                    <a:pt x="2663" y="65"/>
                  </a:lnTo>
                  <a:lnTo>
                    <a:pt x="2639" y="53"/>
                  </a:lnTo>
                  <a:lnTo>
                    <a:pt x="2613" y="43"/>
                  </a:lnTo>
                  <a:lnTo>
                    <a:pt x="2586" y="34"/>
                  </a:lnTo>
                  <a:lnTo>
                    <a:pt x="2558" y="26"/>
                  </a:lnTo>
                  <a:lnTo>
                    <a:pt x="2528" y="19"/>
                  </a:lnTo>
                  <a:lnTo>
                    <a:pt x="2498" y="14"/>
                  </a:lnTo>
                  <a:lnTo>
                    <a:pt x="2465" y="9"/>
                  </a:lnTo>
                  <a:lnTo>
                    <a:pt x="2432" y="5"/>
                  </a:lnTo>
                  <a:lnTo>
                    <a:pt x="2398" y="2"/>
                  </a:lnTo>
                  <a:lnTo>
                    <a:pt x="2362" y="1"/>
                  </a:lnTo>
                  <a:lnTo>
                    <a:pt x="2323" y="0"/>
                  </a:lnTo>
                  <a:lnTo>
                    <a:pt x="580" y="0"/>
                  </a:lnTo>
                  <a:lnTo>
                    <a:pt x="542" y="1"/>
                  </a:lnTo>
                  <a:lnTo>
                    <a:pt x="505" y="2"/>
                  </a:lnTo>
                  <a:lnTo>
                    <a:pt x="469" y="5"/>
                  </a:lnTo>
                  <a:lnTo>
                    <a:pt x="435" y="9"/>
                  </a:lnTo>
                  <a:lnTo>
                    <a:pt x="403" y="14"/>
                  </a:lnTo>
                  <a:lnTo>
                    <a:pt x="371" y="19"/>
                  </a:lnTo>
                  <a:lnTo>
                    <a:pt x="342" y="26"/>
                  </a:lnTo>
                  <a:lnTo>
                    <a:pt x="313" y="34"/>
                  </a:lnTo>
                  <a:lnTo>
                    <a:pt x="286" y="43"/>
                  </a:lnTo>
                  <a:lnTo>
                    <a:pt x="260" y="53"/>
                  </a:lnTo>
                  <a:lnTo>
                    <a:pt x="236" y="64"/>
                  </a:lnTo>
                  <a:lnTo>
                    <a:pt x="213" y="78"/>
                  </a:lnTo>
                  <a:lnTo>
                    <a:pt x="191" y="91"/>
                  </a:lnTo>
                  <a:lnTo>
                    <a:pt x="170" y="106"/>
                  </a:lnTo>
                  <a:lnTo>
                    <a:pt x="151" y="122"/>
                  </a:lnTo>
                  <a:lnTo>
                    <a:pt x="133" y="138"/>
                  </a:lnTo>
                  <a:lnTo>
                    <a:pt x="117" y="158"/>
                  </a:lnTo>
                  <a:lnTo>
                    <a:pt x="101" y="177"/>
                  </a:lnTo>
                  <a:lnTo>
                    <a:pt x="86" y="197"/>
                  </a:lnTo>
                  <a:lnTo>
                    <a:pt x="73" y="219"/>
                  </a:lnTo>
                  <a:lnTo>
                    <a:pt x="60" y="243"/>
                  </a:lnTo>
                  <a:lnTo>
                    <a:pt x="50" y="267"/>
                  </a:lnTo>
                  <a:lnTo>
                    <a:pt x="40" y="293"/>
                  </a:lnTo>
                  <a:lnTo>
                    <a:pt x="31" y="320"/>
                  </a:lnTo>
                  <a:lnTo>
                    <a:pt x="23" y="348"/>
                  </a:lnTo>
                  <a:lnTo>
                    <a:pt x="17" y="378"/>
                  </a:lnTo>
                  <a:lnTo>
                    <a:pt x="12" y="408"/>
                  </a:lnTo>
                  <a:lnTo>
                    <a:pt x="8" y="441"/>
                  </a:lnTo>
                  <a:lnTo>
                    <a:pt x="4" y="474"/>
                  </a:lnTo>
                  <a:lnTo>
                    <a:pt x="1" y="509"/>
                  </a:lnTo>
                  <a:lnTo>
                    <a:pt x="0"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81" name="Google Shape;1381;p66"/>
            <p:cNvSpPr/>
            <p:nvPr/>
          </p:nvSpPr>
          <p:spPr>
            <a:xfrm>
              <a:off x="5519738" y="3114675"/>
              <a:ext cx="860425" cy="628650"/>
            </a:xfrm>
            <a:custGeom>
              <a:rect b="b" l="l" r="r" t="t"/>
              <a:pathLst>
                <a:path extrusionOk="0" h="1980" w="2709">
                  <a:moveTo>
                    <a:pt x="0" y="1398"/>
                  </a:moveTo>
                  <a:lnTo>
                    <a:pt x="2" y="1436"/>
                  </a:lnTo>
                  <a:lnTo>
                    <a:pt x="3" y="1472"/>
                  </a:lnTo>
                  <a:lnTo>
                    <a:pt x="5" y="1506"/>
                  </a:lnTo>
                  <a:lnTo>
                    <a:pt x="8" y="1540"/>
                  </a:lnTo>
                  <a:lnTo>
                    <a:pt x="14" y="1572"/>
                  </a:lnTo>
                  <a:lnTo>
                    <a:pt x="19" y="1603"/>
                  </a:lnTo>
                  <a:lnTo>
                    <a:pt x="26" y="1632"/>
                  </a:lnTo>
                  <a:lnTo>
                    <a:pt x="34" y="1661"/>
                  </a:lnTo>
                  <a:lnTo>
                    <a:pt x="43" y="1688"/>
                  </a:lnTo>
                  <a:lnTo>
                    <a:pt x="53" y="1713"/>
                  </a:lnTo>
                  <a:lnTo>
                    <a:pt x="64" y="1738"/>
                  </a:lnTo>
                  <a:lnTo>
                    <a:pt x="77" y="1762"/>
                  </a:lnTo>
                  <a:lnTo>
                    <a:pt x="90" y="1783"/>
                  </a:lnTo>
                  <a:lnTo>
                    <a:pt x="105" y="1805"/>
                  </a:lnTo>
                  <a:lnTo>
                    <a:pt x="121" y="1824"/>
                  </a:lnTo>
                  <a:lnTo>
                    <a:pt x="137" y="1842"/>
                  </a:lnTo>
                  <a:lnTo>
                    <a:pt x="155" y="1859"/>
                  </a:lnTo>
                  <a:lnTo>
                    <a:pt x="174" y="1875"/>
                  </a:lnTo>
                  <a:lnTo>
                    <a:pt x="196" y="1890"/>
                  </a:lnTo>
                  <a:lnTo>
                    <a:pt x="217" y="1904"/>
                  </a:lnTo>
                  <a:lnTo>
                    <a:pt x="241" y="1916"/>
                  </a:lnTo>
                  <a:lnTo>
                    <a:pt x="265" y="1927"/>
                  </a:lnTo>
                  <a:lnTo>
                    <a:pt x="291" y="1937"/>
                  </a:lnTo>
                  <a:lnTo>
                    <a:pt x="318" y="1946"/>
                  </a:lnTo>
                  <a:lnTo>
                    <a:pt x="346" y="1954"/>
                  </a:lnTo>
                  <a:lnTo>
                    <a:pt x="376" y="1961"/>
                  </a:lnTo>
                  <a:lnTo>
                    <a:pt x="407" y="1967"/>
                  </a:lnTo>
                  <a:lnTo>
                    <a:pt x="440" y="1972"/>
                  </a:lnTo>
                  <a:lnTo>
                    <a:pt x="472" y="1976"/>
                  </a:lnTo>
                  <a:lnTo>
                    <a:pt x="508" y="1978"/>
                  </a:lnTo>
                  <a:lnTo>
                    <a:pt x="544" y="1980"/>
                  </a:lnTo>
                  <a:lnTo>
                    <a:pt x="582" y="1980"/>
                  </a:lnTo>
                  <a:lnTo>
                    <a:pt x="714" y="1980"/>
                  </a:lnTo>
                  <a:lnTo>
                    <a:pt x="842" y="1980"/>
                  </a:lnTo>
                  <a:lnTo>
                    <a:pt x="966" y="1980"/>
                  </a:lnTo>
                  <a:lnTo>
                    <a:pt x="1089" y="1980"/>
                  </a:lnTo>
                  <a:lnTo>
                    <a:pt x="1208" y="1980"/>
                  </a:lnTo>
                  <a:lnTo>
                    <a:pt x="1326" y="1980"/>
                  </a:lnTo>
                  <a:lnTo>
                    <a:pt x="1442" y="1980"/>
                  </a:lnTo>
                  <a:lnTo>
                    <a:pt x="1558" y="1980"/>
                  </a:lnTo>
                  <a:lnTo>
                    <a:pt x="1674" y="1980"/>
                  </a:lnTo>
                  <a:lnTo>
                    <a:pt x="1791" y="1980"/>
                  </a:lnTo>
                  <a:lnTo>
                    <a:pt x="1909" y="1980"/>
                  </a:lnTo>
                  <a:lnTo>
                    <a:pt x="2028" y="1980"/>
                  </a:lnTo>
                  <a:lnTo>
                    <a:pt x="2150" y="1980"/>
                  </a:lnTo>
                  <a:lnTo>
                    <a:pt x="2275" y="1980"/>
                  </a:lnTo>
                  <a:lnTo>
                    <a:pt x="2403" y="1980"/>
                  </a:lnTo>
                  <a:lnTo>
                    <a:pt x="2535" y="1980"/>
                  </a:lnTo>
                  <a:lnTo>
                    <a:pt x="2554" y="1979"/>
                  </a:lnTo>
                  <a:lnTo>
                    <a:pt x="2572" y="1977"/>
                  </a:lnTo>
                  <a:lnTo>
                    <a:pt x="2590" y="1973"/>
                  </a:lnTo>
                  <a:lnTo>
                    <a:pt x="2607" y="1968"/>
                  </a:lnTo>
                  <a:lnTo>
                    <a:pt x="2622" y="1961"/>
                  </a:lnTo>
                  <a:lnTo>
                    <a:pt x="2636" y="1953"/>
                  </a:lnTo>
                  <a:lnTo>
                    <a:pt x="2650" y="1943"/>
                  </a:lnTo>
                  <a:lnTo>
                    <a:pt x="2662" y="1933"/>
                  </a:lnTo>
                  <a:lnTo>
                    <a:pt x="2672" y="1920"/>
                  </a:lnTo>
                  <a:lnTo>
                    <a:pt x="2682" y="1907"/>
                  </a:lnTo>
                  <a:lnTo>
                    <a:pt x="2690" y="1893"/>
                  </a:lnTo>
                  <a:lnTo>
                    <a:pt x="2697" y="1878"/>
                  </a:lnTo>
                  <a:lnTo>
                    <a:pt x="2703" y="1861"/>
                  </a:lnTo>
                  <a:lnTo>
                    <a:pt x="2706" y="1843"/>
                  </a:lnTo>
                  <a:lnTo>
                    <a:pt x="2708" y="1824"/>
                  </a:lnTo>
                  <a:lnTo>
                    <a:pt x="2709" y="1805"/>
                  </a:lnTo>
                  <a:lnTo>
                    <a:pt x="2709" y="1785"/>
                  </a:lnTo>
                  <a:lnTo>
                    <a:pt x="2707" y="1767"/>
                  </a:lnTo>
                  <a:lnTo>
                    <a:pt x="2704" y="1749"/>
                  </a:lnTo>
                  <a:lnTo>
                    <a:pt x="2698" y="1734"/>
                  </a:lnTo>
                  <a:lnTo>
                    <a:pt x="2693" y="1718"/>
                  </a:lnTo>
                  <a:lnTo>
                    <a:pt x="2685" y="1703"/>
                  </a:lnTo>
                  <a:lnTo>
                    <a:pt x="2676" y="1691"/>
                  </a:lnTo>
                  <a:lnTo>
                    <a:pt x="2666" y="1679"/>
                  </a:lnTo>
                  <a:lnTo>
                    <a:pt x="2653" y="1667"/>
                  </a:lnTo>
                  <a:lnTo>
                    <a:pt x="2641" y="1658"/>
                  </a:lnTo>
                  <a:lnTo>
                    <a:pt x="2626" y="1650"/>
                  </a:lnTo>
                  <a:lnTo>
                    <a:pt x="2612" y="1644"/>
                  </a:lnTo>
                  <a:lnTo>
                    <a:pt x="2595" y="1638"/>
                  </a:lnTo>
                  <a:lnTo>
                    <a:pt x="2577" y="1634"/>
                  </a:lnTo>
                  <a:lnTo>
                    <a:pt x="2558" y="1631"/>
                  </a:lnTo>
                  <a:lnTo>
                    <a:pt x="2538" y="1631"/>
                  </a:lnTo>
                  <a:lnTo>
                    <a:pt x="582" y="1631"/>
                  </a:lnTo>
                  <a:lnTo>
                    <a:pt x="551" y="1630"/>
                  </a:lnTo>
                  <a:lnTo>
                    <a:pt x="522" y="1627"/>
                  </a:lnTo>
                  <a:lnTo>
                    <a:pt x="496" y="1623"/>
                  </a:lnTo>
                  <a:lnTo>
                    <a:pt x="472" y="1618"/>
                  </a:lnTo>
                  <a:lnTo>
                    <a:pt x="461" y="1613"/>
                  </a:lnTo>
                  <a:lnTo>
                    <a:pt x="451" y="1610"/>
                  </a:lnTo>
                  <a:lnTo>
                    <a:pt x="441" y="1605"/>
                  </a:lnTo>
                  <a:lnTo>
                    <a:pt x="432" y="1601"/>
                  </a:lnTo>
                  <a:lnTo>
                    <a:pt x="423" y="1595"/>
                  </a:lnTo>
                  <a:lnTo>
                    <a:pt x="415" y="1590"/>
                  </a:lnTo>
                  <a:lnTo>
                    <a:pt x="407" y="1584"/>
                  </a:lnTo>
                  <a:lnTo>
                    <a:pt x="400" y="1577"/>
                  </a:lnTo>
                  <a:lnTo>
                    <a:pt x="393" y="1571"/>
                  </a:lnTo>
                  <a:lnTo>
                    <a:pt x="388" y="1563"/>
                  </a:lnTo>
                  <a:lnTo>
                    <a:pt x="382" y="1555"/>
                  </a:lnTo>
                  <a:lnTo>
                    <a:pt x="377" y="1546"/>
                  </a:lnTo>
                  <a:lnTo>
                    <a:pt x="372" y="1537"/>
                  </a:lnTo>
                  <a:lnTo>
                    <a:pt x="368" y="1527"/>
                  </a:lnTo>
                  <a:lnTo>
                    <a:pt x="364" y="1517"/>
                  </a:lnTo>
                  <a:lnTo>
                    <a:pt x="361" y="1505"/>
                  </a:lnTo>
                  <a:lnTo>
                    <a:pt x="355" y="1483"/>
                  </a:lnTo>
                  <a:lnTo>
                    <a:pt x="352" y="1457"/>
                  </a:lnTo>
                  <a:lnTo>
                    <a:pt x="350" y="1429"/>
                  </a:lnTo>
                  <a:lnTo>
                    <a:pt x="349" y="1398"/>
                  </a:lnTo>
                  <a:lnTo>
                    <a:pt x="349" y="1347"/>
                  </a:lnTo>
                  <a:lnTo>
                    <a:pt x="349" y="1296"/>
                  </a:lnTo>
                  <a:lnTo>
                    <a:pt x="349" y="1245"/>
                  </a:lnTo>
                  <a:lnTo>
                    <a:pt x="349" y="1194"/>
                  </a:lnTo>
                  <a:lnTo>
                    <a:pt x="349" y="1143"/>
                  </a:lnTo>
                  <a:lnTo>
                    <a:pt x="349" y="1092"/>
                  </a:lnTo>
                  <a:lnTo>
                    <a:pt x="349" y="1042"/>
                  </a:lnTo>
                  <a:lnTo>
                    <a:pt x="349" y="990"/>
                  </a:lnTo>
                  <a:lnTo>
                    <a:pt x="349" y="939"/>
                  </a:lnTo>
                  <a:lnTo>
                    <a:pt x="349" y="889"/>
                  </a:lnTo>
                  <a:lnTo>
                    <a:pt x="349" y="837"/>
                  </a:lnTo>
                  <a:lnTo>
                    <a:pt x="349" y="786"/>
                  </a:lnTo>
                  <a:lnTo>
                    <a:pt x="349" y="736"/>
                  </a:lnTo>
                  <a:lnTo>
                    <a:pt x="349" y="685"/>
                  </a:lnTo>
                  <a:lnTo>
                    <a:pt x="349" y="633"/>
                  </a:lnTo>
                  <a:lnTo>
                    <a:pt x="349" y="583"/>
                  </a:lnTo>
                  <a:lnTo>
                    <a:pt x="350" y="552"/>
                  </a:lnTo>
                  <a:lnTo>
                    <a:pt x="352" y="524"/>
                  </a:lnTo>
                  <a:lnTo>
                    <a:pt x="355" y="498"/>
                  </a:lnTo>
                  <a:lnTo>
                    <a:pt x="361" y="475"/>
                  </a:lnTo>
                  <a:lnTo>
                    <a:pt x="364" y="464"/>
                  </a:lnTo>
                  <a:lnTo>
                    <a:pt x="368" y="453"/>
                  </a:lnTo>
                  <a:lnTo>
                    <a:pt x="372" y="444"/>
                  </a:lnTo>
                  <a:lnTo>
                    <a:pt x="377" y="435"/>
                  </a:lnTo>
                  <a:lnTo>
                    <a:pt x="382" y="426"/>
                  </a:lnTo>
                  <a:lnTo>
                    <a:pt x="388" y="419"/>
                  </a:lnTo>
                  <a:lnTo>
                    <a:pt x="393" y="411"/>
                  </a:lnTo>
                  <a:lnTo>
                    <a:pt x="400" y="404"/>
                  </a:lnTo>
                  <a:lnTo>
                    <a:pt x="407" y="397"/>
                  </a:lnTo>
                  <a:lnTo>
                    <a:pt x="415" y="390"/>
                  </a:lnTo>
                  <a:lnTo>
                    <a:pt x="423" y="385"/>
                  </a:lnTo>
                  <a:lnTo>
                    <a:pt x="432" y="380"/>
                  </a:lnTo>
                  <a:lnTo>
                    <a:pt x="441" y="375"/>
                  </a:lnTo>
                  <a:lnTo>
                    <a:pt x="451" y="371"/>
                  </a:lnTo>
                  <a:lnTo>
                    <a:pt x="461" y="367"/>
                  </a:lnTo>
                  <a:lnTo>
                    <a:pt x="472" y="363"/>
                  </a:lnTo>
                  <a:lnTo>
                    <a:pt x="496" y="358"/>
                  </a:lnTo>
                  <a:lnTo>
                    <a:pt x="522" y="353"/>
                  </a:lnTo>
                  <a:lnTo>
                    <a:pt x="551" y="351"/>
                  </a:lnTo>
                  <a:lnTo>
                    <a:pt x="582" y="350"/>
                  </a:lnTo>
                  <a:lnTo>
                    <a:pt x="714" y="350"/>
                  </a:lnTo>
                  <a:lnTo>
                    <a:pt x="842" y="350"/>
                  </a:lnTo>
                  <a:lnTo>
                    <a:pt x="966" y="350"/>
                  </a:lnTo>
                  <a:lnTo>
                    <a:pt x="1088" y="350"/>
                  </a:lnTo>
                  <a:lnTo>
                    <a:pt x="1208" y="350"/>
                  </a:lnTo>
                  <a:lnTo>
                    <a:pt x="1325" y="350"/>
                  </a:lnTo>
                  <a:lnTo>
                    <a:pt x="1441" y="350"/>
                  </a:lnTo>
                  <a:lnTo>
                    <a:pt x="1557" y="350"/>
                  </a:lnTo>
                  <a:lnTo>
                    <a:pt x="1673" y="350"/>
                  </a:lnTo>
                  <a:lnTo>
                    <a:pt x="1790" y="350"/>
                  </a:lnTo>
                  <a:lnTo>
                    <a:pt x="1906" y="350"/>
                  </a:lnTo>
                  <a:lnTo>
                    <a:pt x="2027" y="350"/>
                  </a:lnTo>
                  <a:lnTo>
                    <a:pt x="2148" y="350"/>
                  </a:lnTo>
                  <a:lnTo>
                    <a:pt x="2272" y="350"/>
                  </a:lnTo>
                  <a:lnTo>
                    <a:pt x="2401" y="350"/>
                  </a:lnTo>
                  <a:lnTo>
                    <a:pt x="2533" y="350"/>
                  </a:lnTo>
                  <a:lnTo>
                    <a:pt x="2552" y="349"/>
                  </a:lnTo>
                  <a:lnTo>
                    <a:pt x="2570" y="347"/>
                  </a:lnTo>
                  <a:lnTo>
                    <a:pt x="2588" y="343"/>
                  </a:lnTo>
                  <a:lnTo>
                    <a:pt x="2604" y="338"/>
                  </a:lnTo>
                  <a:lnTo>
                    <a:pt x="2620" y="331"/>
                  </a:lnTo>
                  <a:lnTo>
                    <a:pt x="2634" y="323"/>
                  </a:lnTo>
                  <a:lnTo>
                    <a:pt x="2648" y="314"/>
                  </a:lnTo>
                  <a:lnTo>
                    <a:pt x="2660" y="303"/>
                  </a:lnTo>
                  <a:lnTo>
                    <a:pt x="2670" y="291"/>
                  </a:lnTo>
                  <a:lnTo>
                    <a:pt x="2680" y="278"/>
                  </a:lnTo>
                  <a:lnTo>
                    <a:pt x="2688" y="263"/>
                  </a:lnTo>
                  <a:lnTo>
                    <a:pt x="2695" y="248"/>
                  </a:lnTo>
                  <a:lnTo>
                    <a:pt x="2700" y="232"/>
                  </a:lnTo>
                  <a:lnTo>
                    <a:pt x="2704" y="214"/>
                  </a:lnTo>
                  <a:lnTo>
                    <a:pt x="2706" y="195"/>
                  </a:lnTo>
                  <a:lnTo>
                    <a:pt x="2707" y="176"/>
                  </a:lnTo>
                  <a:lnTo>
                    <a:pt x="2706" y="156"/>
                  </a:lnTo>
                  <a:lnTo>
                    <a:pt x="2704" y="137"/>
                  </a:lnTo>
                  <a:lnTo>
                    <a:pt x="2700" y="120"/>
                  </a:lnTo>
                  <a:lnTo>
                    <a:pt x="2695" y="104"/>
                  </a:lnTo>
                  <a:lnTo>
                    <a:pt x="2688" y="88"/>
                  </a:lnTo>
                  <a:lnTo>
                    <a:pt x="2680" y="74"/>
                  </a:lnTo>
                  <a:lnTo>
                    <a:pt x="2671" y="61"/>
                  </a:lnTo>
                  <a:lnTo>
                    <a:pt x="2661" y="48"/>
                  </a:lnTo>
                  <a:lnTo>
                    <a:pt x="2649" y="37"/>
                  </a:lnTo>
                  <a:lnTo>
                    <a:pt x="2635" y="28"/>
                  </a:lnTo>
                  <a:lnTo>
                    <a:pt x="2622" y="20"/>
                  </a:lnTo>
                  <a:lnTo>
                    <a:pt x="2606" y="14"/>
                  </a:lnTo>
                  <a:lnTo>
                    <a:pt x="2590" y="8"/>
                  </a:lnTo>
                  <a:lnTo>
                    <a:pt x="2572" y="3"/>
                  </a:lnTo>
                  <a:lnTo>
                    <a:pt x="2554" y="1"/>
                  </a:lnTo>
                  <a:lnTo>
                    <a:pt x="2535" y="0"/>
                  </a:lnTo>
                  <a:lnTo>
                    <a:pt x="582" y="0"/>
                  </a:lnTo>
                  <a:lnTo>
                    <a:pt x="544" y="1"/>
                  </a:lnTo>
                  <a:lnTo>
                    <a:pt x="508" y="2"/>
                  </a:lnTo>
                  <a:lnTo>
                    <a:pt x="472" y="5"/>
                  </a:lnTo>
                  <a:lnTo>
                    <a:pt x="440" y="9"/>
                  </a:lnTo>
                  <a:lnTo>
                    <a:pt x="407" y="14"/>
                  </a:lnTo>
                  <a:lnTo>
                    <a:pt x="376" y="19"/>
                  </a:lnTo>
                  <a:lnTo>
                    <a:pt x="346" y="26"/>
                  </a:lnTo>
                  <a:lnTo>
                    <a:pt x="318" y="34"/>
                  </a:lnTo>
                  <a:lnTo>
                    <a:pt x="291" y="43"/>
                  </a:lnTo>
                  <a:lnTo>
                    <a:pt x="265" y="53"/>
                  </a:lnTo>
                  <a:lnTo>
                    <a:pt x="241" y="64"/>
                  </a:lnTo>
                  <a:lnTo>
                    <a:pt x="217" y="78"/>
                  </a:lnTo>
                  <a:lnTo>
                    <a:pt x="196" y="91"/>
                  </a:lnTo>
                  <a:lnTo>
                    <a:pt x="174" y="106"/>
                  </a:lnTo>
                  <a:lnTo>
                    <a:pt x="155" y="122"/>
                  </a:lnTo>
                  <a:lnTo>
                    <a:pt x="137" y="138"/>
                  </a:lnTo>
                  <a:lnTo>
                    <a:pt x="121" y="156"/>
                  </a:lnTo>
                  <a:lnTo>
                    <a:pt x="105" y="177"/>
                  </a:lnTo>
                  <a:lnTo>
                    <a:pt x="90" y="197"/>
                  </a:lnTo>
                  <a:lnTo>
                    <a:pt x="77" y="219"/>
                  </a:lnTo>
                  <a:lnTo>
                    <a:pt x="64" y="242"/>
                  </a:lnTo>
                  <a:lnTo>
                    <a:pt x="53" y="267"/>
                  </a:lnTo>
                  <a:lnTo>
                    <a:pt x="43" y="293"/>
                  </a:lnTo>
                  <a:lnTo>
                    <a:pt x="34" y="320"/>
                  </a:lnTo>
                  <a:lnTo>
                    <a:pt x="26" y="348"/>
                  </a:lnTo>
                  <a:lnTo>
                    <a:pt x="19" y="378"/>
                  </a:lnTo>
                  <a:lnTo>
                    <a:pt x="14" y="408"/>
                  </a:lnTo>
                  <a:lnTo>
                    <a:pt x="8" y="441"/>
                  </a:lnTo>
                  <a:lnTo>
                    <a:pt x="5" y="474"/>
                  </a:lnTo>
                  <a:lnTo>
                    <a:pt x="3" y="509"/>
                  </a:lnTo>
                  <a:lnTo>
                    <a:pt x="2" y="546"/>
                  </a:lnTo>
                  <a:lnTo>
                    <a:pt x="0" y="583"/>
                  </a:lnTo>
                  <a:lnTo>
                    <a:pt x="0" y="1398"/>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82" name="Google Shape;1382;p66"/>
            <p:cNvSpPr/>
            <p:nvPr/>
          </p:nvSpPr>
          <p:spPr>
            <a:xfrm>
              <a:off x="6502401" y="3114675"/>
              <a:ext cx="922338" cy="628650"/>
            </a:xfrm>
            <a:custGeom>
              <a:rect b="b" l="l" r="r" t="t"/>
              <a:pathLst>
                <a:path extrusionOk="0" h="1980" w="2906">
                  <a:moveTo>
                    <a:pt x="581" y="1630"/>
                  </a:moveTo>
                  <a:lnTo>
                    <a:pt x="550" y="1629"/>
                  </a:lnTo>
                  <a:lnTo>
                    <a:pt x="522" y="1627"/>
                  </a:lnTo>
                  <a:lnTo>
                    <a:pt x="496" y="1622"/>
                  </a:lnTo>
                  <a:lnTo>
                    <a:pt x="472" y="1617"/>
                  </a:lnTo>
                  <a:lnTo>
                    <a:pt x="461" y="1613"/>
                  </a:lnTo>
                  <a:lnTo>
                    <a:pt x="451" y="1609"/>
                  </a:lnTo>
                  <a:lnTo>
                    <a:pt x="441" y="1604"/>
                  </a:lnTo>
                  <a:lnTo>
                    <a:pt x="432" y="1600"/>
                  </a:lnTo>
                  <a:lnTo>
                    <a:pt x="423" y="1594"/>
                  </a:lnTo>
                  <a:lnTo>
                    <a:pt x="415" y="1589"/>
                  </a:lnTo>
                  <a:lnTo>
                    <a:pt x="407" y="1582"/>
                  </a:lnTo>
                  <a:lnTo>
                    <a:pt x="400" y="1575"/>
                  </a:lnTo>
                  <a:lnTo>
                    <a:pt x="394" y="1568"/>
                  </a:lnTo>
                  <a:lnTo>
                    <a:pt x="387" y="1560"/>
                  </a:lnTo>
                  <a:lnTo>
                    <a:pt x="382" y="1553"/>
                  </a:lnTo>
                  <a:lnTo>
                    <a:pt x="377" y="1544"/>
                  </a:lnTo>
                  <a:lnTo>
                    <a:pt x="372" y="1535"/>
                  </a:lnTo>
                  <a:lnTo>
                    <a:pt x="368" y="1524"/>
                  </a:lnTo>
                  <a:lnTo>
                    <a:pt x="364" y="1514"/>
                  </a:lnTo>
                  <a:lnTo>
                    <a:pt x="361" y="1503"/>
                  </a:lnTo>
                  <a:lnTo>
                    <a:pt x="355" y="1479"/>
                  </a:lnTo>
                  <a:lnTo>
                    <a:pt x="352" y="1454"/>
                  </a:lnTo>
                  <a:lnTo>
                    <a:pt x="350" y="1425"/>
                  </a:lnTo>
                  <a:lnTo>
                    <a:pt x="349" y="1395"/>
                  </a:lnTo>
                  <a:lnTo>
                    <a:pt x="349" y="579"/>
                  </a:lnTo>
                  <a:lnTo>
                    <a:pt x="350" y="549"/>
                  </a:lnTo>
                  <a:lnTo>
                    <a:pt x="352" y="521"/>
                  </a:lnTo>
                  <a:lnTo>
                    <a:pt x="355" y="496"/>
                  </a:lnTo>
                  <a:lnTo>
                    <a:pt x="361" y="473"/>
                  </a:lnTo>
                  <a:lnTo>
                    <a:pt x="364" y="461"/>
                  </a:lnTo>
                  <a:lnTo>
                    <a:pt x="368" y="451"/>
                  </a:lnTo>
                  <a:lnTo>
                    <a:pt x="372" y="442"/>
                  </a:lnTo>
                  <a:lnTo>
                    <a:pt x="377" y="433"/>
                  </a:lnTo>
                  <a:lnTo>
                    <a:pt x="382" y="424"/>
                  </a:lnTo>
                  <a:lnTo>
                    <a:pt x="387" y="416"/>
                  </a:lnTo>
                  <a:lnTo>
                    <a:pt x="394" y="410"/>
                  </a:lnTo>
                  <a:lnTo>
                    <a:pt x="400" y="402"/>
                  </a:lnTo>
                  <a:lnTo>
                    <a:pt x="407" y="396"/>
                  </a:lnTo>
                  <a:lnTo>
                    <a:pt x="415" y="389"/>
                  </a:lnTo>
                  <a:lnTo>
                    <a:pt x="423" y="384"/>
                  </a:lnTo>
                  <a:lnTo>
                    <a:pt x="432" y="379"/>
                  </a:lnTo>
                  <a:lnTo>
                    <a:pt x="441" y="375"/>
                  </a:lnTo>
                  <a:lnTo>
                    <a:pt x="451" y="370"/>
                  </a:lnTo>
                  <a:lnTo>
                    <a:pt x="461" y="367"/>
                  </a:lnTo>
                  <a:lnTo>
                    <a:pt x="472" y="363"/>
                  </a:lnTo>
                  <a:lnTo>
                    <a:pt x="496" y="358"/>
                  </a:lnTo>
                  <a:lnTo>
                    <a:pt x="522" y="353"/>
                  </a:lnTo>
                  <a:lnTo>
                    <a:pt x="550" y="351"/>
                  </a:lnTo>
                  <a:lnTo>
                    <a:pt x="581" y="350"/>
                  </a:lnTo>
                  <a:lnTo>
                    <a:pt x="2325" y="350"/>
                  </a:lnTo>
                  <a:lnTo>
                    <a:pt x="2356" y="351"/>
                  </a:lnTo>
                  <a:lnTo>
                    <a:pt x="2385" y="353"/>
                  </a:lnTo>
                  <a:lnTo>
                    <a:pt x="2411" y="358"/>
                  </a:lnTo>
                  <a:lnTo>
                    <a:pt x="2434" y="363"/>
                  </a:lnTo>
                  <a:lnTo>
                    <a:pt x="2446" y="367"/>
                  </a:lnTo>
                  <a:lnTo>
                    <a:pt x="2456" y="371"/>
                  </a:lnTo>
                  <a:lnTo>
                    <a:pt x="2466" y="375"/>
                  </a:lnTo>
                  <a:lnTo>
                    <a:pt x="2475" y="380"/>
                  </a:lnTo>
                  <a:lnTo>
                    <a:pt x="2484" y="385"/>
                  </a:lnTo>
                  <a:lnTo>
                    <a:pt x="2492" y="390"/>
                  </a:lnTo>
                  <a:lnTo>
                    <a:pt x="2499" y="397"/>
                  </a:lnTo>
                  <a:lnTo>
                    <a:pt x="2506" y="404"/>
                  </a:lnTo>
                  <a:lnTo>
                    <a:pt x="2513" y="411"/>
                  </a:lnTo>
                  <a:lnTo>
                    <a:pt x="2520" y="419"/>
                  </a:lnTo>
                  <a:lnTo>
                    <a:pt x="2525" y="426"/>
                  </a:lnTo>
                  <a:lnTo>
                    <a:pt x="2530" y="435"/>
                  </a:lnTo>
                  <a:lnTo>
                    <a:pt x="2534" y="444"/>
                  </a:lnTo>
                  <a:lnTo>
                    <a:pt x="2539" y="453"/>
                  </a:lnTo>
                  <a:lnTo>
                    <a:pt x="2542" y="464"/>
                  </a:lnTo>
                  <a:lnTo>
                    <a:pt x="2545" y="475"/>
                  </a:lnTo>
                  <a:lnTo>
                    <a:pt x="2551" y="498"/>
                  </a:lnTo>
                  <a:lnTo>
                    <a:pt x="2554" y="524"/>
                  </a:lnTo>
                  <a:lnTo>
                    <a:pt x="2557" y="552"/>
                  </a:lnTo>
                  <a:lnTo>
                    <a:pt x="2558" y="583"/>
                  </a:lnTo>
                  <a:lnTo>
                    <a:pt x="2558" y="633"/>
                  </a:lnTo>
                  <a:lnTo>
                    <a:pt x="2558" y="684"/>
                  </a:lnTo>
                  <a:lnTo>
                    <a:pt x="2558" y="736"/>
                  </a:lnTo>
                  <a:lnTo>
                    <a:pt x="2558" y="786"/>
                  </a:lnTo>
                  <a:lnTo>
                    <a:pt x="2558" y="837"/>
                  </a:lnTo>
                  <a:lnTo>
                    <a:pt x="2558" y="888"/>
                  </a:lnTo>
                  <a:lnTo>
                    <a:pt x="2558" y="938"/>
                  </a:lnTo>
                  <a:lnTo>
                    <a:pt x="2558" y="989"/>
                  </a:lnTo>
                  <a:lnTo>
                    <a:pt x="2558" y="1040"/>
                  </a:lnTo>
                  <a:lnTo>
                    <a:pt x="2558" y="1090"/>
                  </a:lnTo>
                  <a:lnTo>
                    <a:pt x="2558" y="1141"/>
                  </a:lnTo>
                  <a:lnTo>
                    <a:pt x="2558" y="1191"/>
                  </a:lnTo>
                  <a:lnTo>
                    <a:pt x="2558" y="1242"/>
                  </a:lnTo>
                  <a:lnTo>
                    <a:pt x="2558" y="1294"/>
                  </a:lnTo>
                  <a:lnTo>
                    <a:pt x="2558" y="1344"/>
                  </a:lnTo>
                  <a:lnTo>
                    <a:pt x="2558" y="1395"/>
                  </a:lnTo>
                  <a:lnTo>
                    <a:pt x="2557" y="1425"/>
                  </a:lnTo>
                  <a:lnTo>
                    <a:pt x="2554" y="1454"/>
                  </a:lnTo>
                  <a:lnTo>
                    <a:pt x="2551" y="1479"/>
                  </a:lnTo>
                  <a:lnTo>
                    <a:pt x="2545" y="1503"/>
                  </a:lnTo>
                  <a:lnTo>
                    <a:pt x="2542" y="1514"/>
                  </a:lnTo>
                  <a:lnTo>
                    <a:pt x="2539" y="1524"/>
                  </a:lnTo>
                  <a:lnTo>
                    <a:pt x="2534" y="1535"/>
                  </a:lnTo>
                  <a:lnTo>
                    <a:pt x="2530" y="1544"/>
                  </a:lnTo>
                  <a:lnTo>
                    <a:pt x="2525" y="1553"/>
                  </a:lnTo>
                  <a:lnTo>
                    <a:pt x="2520" y="1560"/>
                  </a:lnTo>
                  <a:lnTo>
                    <a:pt x="2513" y="1568"/>
                  </a:lnTo>
                  <a:lnTo>
                    <a:pt x="2506" y="1575"/>
                  </a:lnTo>
                  <a:lnTo>
                    <a:pt x="2499" y="1582"/>
                  </a:lnTo>
                  <a:lnTo>
                    <a:pt x="2492" y="1589"/>
                  </a:lnTo>
                  <a:lnTo>
                    <a:pt x="2484" y="1594"/>
                  </a:lnTo>
                  <a:lnTo>
                    <a:pt x="2475" y="1600"/>
                  </a:lnTo>
                  <a:lnTo>
                    <a:pt x="2466" y="1604"/>
                  </a:lnTo>
                  <a:lnTo>
                    <a:pt x="2456" y="1609"/>
                  </a:lnTo>
                  <a:lnTo>
                    <a:pt x="2446" y="1613"/>
                  </a:lnTo>
                  <a:lnTo>
                    <a:pt x="2434" y="1617"/>
                  </a:lnTo>
                  <a:lnTo>
                    <a:pt x="2411" y="1622"/>
                  </a:lnTo>
                  <a:lnTo>
                    <a:pt x="2385" y="1627"/>
                  </a:lnTo>
                  <a:lnTo>
                    <a:pt x="2356" y="1630"/>
                  </a:lnTo>
                  <a:lnTo>
                    <a:pt x="2325" y="1631"/>
                  </a:lnTo>
                  <a:lnTo>
                    <a:pt x="581" y="1630"/>
                  </a:lnTo>
                  <a:close/>
                  <a:moveTo>
                    <a:pt x="0" y="1395"/>
                  </a:moveTo>
                  <a:lnTo>
                    <a:pt x="2" y="1432"/>
                  </a:lnTo>
                  <a:lnTo>
                    <a:pt x="3" y="1468"/>
                  </a:lnTo>
                  <a:lnTo>
                    <a:pt x="5" y="1504"/>
                  </a:lnTo>
                  <a:lnTo>
                    <a:pt x="8" y="1537"/>
                  </a:lnTo>
                  <a:lnTo>
                    <a:pt x="13" y="1569"/>
                  </a:lnTo>
                  <a:lnTo>
                    <a:pt x="20" y="1601"/>
                  </a:lnTo>
                  <a:lnTo>
                    <a:pt x="26" y="1630"/>
                  </a:lnTo>
                  <a:lnTo>
                    <a:pt x="34" y="1658"/>
                  </a:lnTo>
                  <a:lnTo>
                    <a:pt x="43" y="1685"/>
                  </a:lnTo>
                  <a:lnTo>
                    <a:pt x="53" y="1711"/>
                  </a:lnTo>
                  <a:lnTo>
                    <a:pt x="64" y="1736"/>
                  </a:lnTo>
                  <a:lnTo>
                    <a:pt x="77" y="1760"/>
                  </a:lnTo>
                  <a:lnTo>
                    <a:pt x="90" y="1781"/>
                  </a:lnTo>
                  <a:lnTo>
                    <a:pt x="105" y="1802"/>
                  </a:lnTo>
                  <a:lnTo>
                    <a:pt x="121" y="1823"/>
                  </a:lnTo>
                  <a:lnTo>
                    <a:pt x="137" y="1841"/>
                  </a:lnTo>
                  <a:lnTo>
                    <a:pt x="155" y="1857"/>
                  </a:lnTo>
                  <a:lnTo>
                    <a:pt x="175" y="1874"/>
                  </a:lnTo>
                  <a:lnTo>
                    <a:pt x="196" y="1889"/>
                  </a:lnTo>
                  <a:lnTo>
                    <a:pt x="217" y="1902"/>
                  </a:lnTo>
                  <a:lnTo>
                    <a:pt x="241" y="1915"/>
                  </a:lnTo>
                  <a:lnTo>
                    <a:pt x="266" y="1926"/>
                  </a:lnTo>
                  <a:lnTo>
                    <a:pt x="291" y="1937"/>
                  </a:lnTo>
                  <a:lnTo>
                    <a:pt x="318" y="1946"/>
                  </a:lnTo>
                  <a:lnTo>
                    <a:pt x="346" y="1954"/>
                  </a:lnTo>
                  <a:lnTo>
                    <a:pt x="376" y="1961"/>
                  </a:lnTo>
                  <a:lnTo>
                    <a:pt x="407" y="1967"/>
                  </a:lnTo>
                  <a:lnTo>
                    <a:pt x="438" y="1972"/>
                  </a:lnTo>
                  <a:lnTo>
                    <a:pt x="472" y="1976"/>
                  </a:lnTo>
                  <a:lnTo>
                    <a:pt x="507" y="1978"/>
                  </a:lnTo>
                  <a:lnTo>
                    <a:pt x="544" y="1980"/>
                  </a:lnTo>
                  <a:lnTo>
                    <a:pt x="581" y="1980"/>
                  </a:lnTo>
                  <a:lnTo>
                    <a:pt x="2325" y="1980"/>
                  </a:lnTo>
                  <a:lnTo>
                    <a:pt x="2362" y="1980"/>
                  </a:lnTo>
                  <a:lnTo>
                    <a:pt x="2399" y="1978"/>
                  </a:lnTo>
                  <a:lnTo>
                    <a:pt x="2434" y="1976"/>
                  </a:lnTo>
                  <a:lnTo>
                    <a:pt x="2468" y="1972"/>
                  </a:lnTo>
                  <a:lnTo>
                    <a:pt x="2499" y="1967"/>
                  </a:lnTo>
                  <a:lnTo>
                    <a:pt x="2531" y="1961"/>
                  </a:lnTo>
                  <a:lnTo>
                    <a:pt x="2560" y="1954"/>
                  </a:lnTo>
                  <a:lnTo>
                    <a:pt x="2589" y="1946"/>
                  </a:lnTo>
                  <a:lnTo>
                    <a:pt x="2616" y="1937"/>
                  </a:lnTo>
                  <a:lnTo>
                    <a:pt x="2641" y="1926"/>
                  </a:lnTo>
                  <a:lnTo>
                    <a:pt x="2666" y="1915"/>
                  </a:lnTo>
                  <a:lnTo>
                    <a:pt x="2689" y="1902"/>
                  </a:lnTo>
                  <a:lnTo>
                    <a:pt x="2711" y="1889"/>
                  </a:lnTo>
                  <a:lnTo>
                    <a:pt x="2732" y="1874"/>
                  </a:lnTo>
                  <a:lnTo>
                    <a:pt x="2751" y="1857"/>
                  </a:lnTo>
                  <a:lnTo>
                    <a:pt x="2769" y="1841"/>
                  </a:lnTo>
                  <a:lnTo>
                    <a:pt x="2786" y="1823"/>
                  </a:lnTo>
                  <a:lnTo>
                    <a:pt x="2803" y="1802"/>
                  </a:lnTo>
                  <a:lnTo>
                    <a:pt x="2817" y="1781"/>
                  </a:lnTo>
                  <a:lnTo>
                    <a:pt x="2831" y="1760"/>
                  </a:lnTo>
                  <a:lnTo>
                    <a:pt x="2843" y="1736"/>
                  </a:lnTo>
                  <a:lnTo>
                    <a:pt x="2854" y="1711"/>
                  </a:lnTo>
                  <a:lnTo>
                    <a:pt x="2864" y="1685"/>
                  </a:lnTo>
                  <a:lnTo>
                    <a:pt x="2873" y="1658"/>
                  </a:lnTo>
                  <a:lnTo>
                    <a:pt x="2881" y="1630"/>
                  </a:lnTo>
                  <a:lnTo>
                    <a:pt x="2888" y="1601"/>
                  </a:lnTo>
                  <a:lnTo>
                    <a:pt x="2894" y="1569"/>
                  </a:lnTo>
                  <a:lnTo>
                    <a:pt x="2898" y="1537"/>
                  </a:lnTo>
                  <a:lnTo>
                    <a:pt x="2902" y="1504"/>
                  </a:lnTo>
                  <a:lnTo>
                    <a:pt x="2904" y="1468"/>
                  </a:lnTo>
                  <a:lnTo>
                    <a:pt x="2906" y="1432"/>
                  </a:lnTo>
                  <a:lnTo>
                    <a:pt x="2906" y="1395"/>
                  </a:lnTo>
                  <a:lnTo>
                    <a:pt x="2906" y="579"/>
                  </a:lnTo>
                  <a:lnTo>
                    <a:pt x="2906" y="542"/>
                  </a:lnTo>
                  <a:lnTo>
                    <a:pt x="2904" y="506"/>
                  </a:lnTo>
                  <a:lnTo>
                    <a:pt x="2902" y="471"/>
                  </a:lnTo>
                  <a:lnTo>
                    <a:pt x="2898" y="438"/>
                  </a:lnTo>
                  <a:lnTo>
                    <a:pt x="2894" y="406"/>
                  </a:lnTo>
                  <a:lnTo>
                    <a:pt x="2888" y="375"/>
                  </a:lnTo>
                  <a:lnTo>
                    <a:pt x="2881" y="345"/>
                  </a:lnTo>
                  <a:lnTo>
                    <a:pt x="2873" y="317"/>
                  </a:lnTo>
                  <a:lnTo>
                    <a:pt x="2864" y="290"/>
                  </a:lnTo>
                  <a:lnTo>
                    <a:pt x="2854" y="264"/>
                  </a:lnTo>
                  <a:lnTo>
                    <a:pt x="2843" y="241"/>
                  </a:lnTo>
                  <a:lnTo>
                    <a:pt x="2831" y="217"/>
                  </a:lnTo>
                  <a:lnTo>
                    <a:pt x="2817" y="196"/>
                  </a:lnTo>
                  <a:lnTo>
                    <a:pt x="2803" y="174"/>
                  </a:lnTo>
                  <a:lnTo>
                    <a:pt x="2786" y="155"/>
                  </a:lnTo>
                  <a:lnTo>
                    <a:pt x="2769" y="137"/>
                  </a:lnTo>
                  <a:lnTo>
                    <a:pt x="2751" y="120"/>
                  </a:lnTo>
                  <a:lnTo>
                    <a:pt x="2732" y="105"/>
                  </a:lnTo>
                  <a:lnTo>
                    <a:pt x="2711" y="90"/>
                  </a:lnTo>
                  <a:lnTo>
                    <a:pt x="2689" y="77"/>
                  </a:lnTo>
                  <a:lnTo>
                    <a:pt x="2666" y="64"/>
                  </a:lnTo>
                  <a:lnTo>
                    <a:pt x="2641" y="53"/>
                  </a:lnTo>
                  <a:lnTo>
                    <a:pt x="2616" y="43"/>
                  </a:lnTo>
                  <a:lnTo>
                    <a:pt x="2589" y="34"/>
                  </a:lnTo>
                  <a:lnTo>
                    <a:pt x="2560" y="26"/>
                  </a:lnTo>
                  <a:lnTo>
                    <a:pt x="2531" y="19"/>
                  </a:lnTo>
                  <a:lnTo>
                    <a:pt x="2499" y="14"/>
                  </a:lnTo>
                  <a:lnTo>
                    <a:pt x="2468" y="9"/>
                  </a:lnTo>
                  <a:lnTo>
                    <a:pt x="2434" y="5"/>
                  </a:lnTo>
                  <a:lnTo>
                    <a:pt x="2399" y="2"/>
                  </a:lnTo>
                  <a:lnTo>
                    <a:pt x="2362" y="1"/>
                  </a:lnTo>
                  <a:lnTo>
                    <a:pt x="2325" y="0"/>
                  </a:lnTo>
                  <a:lnTo>
                    <a:pt x="581" y="0"/>
                  </a:lnTo>
                  <a:lnTo>
                    <a:pt x="544" y="1"/>
                  </a:lnTo>
                  <a:lnTo>
                    <a:pt x="507" y="2"/>
                  </a:lnTo>
                  <a:lnTo>
                    <a:pt x="472" y="5"/>
                  </a:lnTo>
                  <a:lnTo>
                    <a:pt x="438" y="9"/>
                  </a:lnTo>
                  <a:lnTo>
                    <a:pt x="407" y="14"/>
                  </a:lnTo>
                  <a:lnTo>
                    <a:pt x="376" y="19"/>
                  </a:lnTo>
                  <a:lnTo>
                    <a:pt x="346" y="26"/>
                  </a:lnTo>
                  <a:lnTo>
                    <a:pt x="318" y="34"/>
                  </a:lnTo>
                  <a:lnTo>
                    <a:pt x="291" y="43"/>
                  </a:lnTo>
                  <a:lnTo>
                    <a:pt x="266" y="53"/>
                  </a:lnTo>
                  <a:lnTo>
                    <a:pt x="241" y="64"/>
                  </a:lnTo>
                  <a:lnTo>
                    <a:pt x="217" y="77"/>
                  </a:lnTo>
                  <a:lnTo>
                    <a:pt x="196" y="90"/>
                  </a:lnTo>
                  <a:lnTo>
                    <a:pt x="175" y="105"/>
                  </a:lnTo>
                  <a:lnTo>
                    <a:pt x="155" y="120"/>
                  </a:lnTo>
                  <a:lnTo>
                    <a:pt x="137" y="137"/>
                  </a:lnTo>
                  <a:lnTo>
                    <a:pt x="121" y="155"/>
                  </a:lnTo>
                  <a:lnTo>
                    <a:pt x="105" y="174"/>
                  </a:lnTo>
                  <a:lnTo>
                    <a:pt x="90" y="196"/>
                  </a:lnTo>
                  <a:lnTo>
                    <a:pt x="77" y="217"/>
                  </a:lnTo>
                  <a:lnTo>
                    <a:pt x="64" y="241"/>
                  </a:lnTo>
                  <a:lnTo>
                    <a:pt x="53" y="264"/>
                  </a:lnTo>
                  <a:lnTo>
                    <a:pt x="43" y="290"/>
                  </a:lnTo>
                  <a:lnTo>
                    <a:pt x="34" y="317"/>
                  </a:lnTo>
                  <a:lnTo>
                    <a:pt x="26" y="345"/>
                  </a:lnTo>
                  <a:lnTo>
                    <a:pt x="20" y="375"/>
                  </a:lnTo>
                  <a:lnTo>
                    <a:pt x="13" y="406"/>
                  </a:lnTo>
                  <a:lnTo>
                    <a:pt x="8" y="438"/>
                  </a:lnTo>
                  <a:lnTo>
                    <a:pt x="5" y="471"/>
                  </a:lnTo>
                  <a:lnTo>
                    <a:pt x="3" y="506"/>
                  </a:lnTo>
                  <a:lnTo>
                    <a:pt x="2" y="542"/>
                  </a:lnTo>
                  <a:lnTo>
                    <a:pt x="0" y="579"/>
                  </a:lnTo>
                  <a:lnTo>
                    <a:pt x="0" y="1395"/>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sp>
          <p:nvSpPr>
            <p:cNvPr id="1383" name="Google Shape;1383;p66"/>
            <p:cNvSpPr/>
            <p:nvPr/>
          </p:nvSpPr>
          <p:spPr>
            <a:xfrm>
              <a:off x="2752726" y="3114675"/>
              <a:ext cx="922338" cy="628650"/>
            </a:xfrm>
            <a:custGeom>
              <a:rect b="b" l="l" r="r" t="t"/>
              <a:pathLst>
                <a:path extrusionOk="0" h="1980" w="2906">
                  <a:moveTo>
                    <a:pt x="2906" y="174"/>
                  </a:moveTo>
                  <a:lnTo>
                    <a:pt x="2905" y="155"/>
                  </a:lnTo>
                  <a:lnTo>
                    <a:pt x="2903" y="136"/>
                  </a:lnTo>
                  <a:lnTo>
                    <a:pt x="2900" y="119"/>
                  </a:lnTo>
                  <a:lnTo>
                    <a:pt x="2894" y="102"/>
                  </a:lnTo>
                  <a:lnTo>
                    <a:pt x="2888" y="87"/>
                  </a:lnTo>
                  <a:lnTo>
                    <a:pt x="2881" y="72"/>
                  </a:lnTo>
                  <a:lnTo>
                    <a:pt x="2872" y="60"/>
                  </a:lnTo>
                  <a:lnTo>
                    <a:pt x="2860" y="47"/>
                  </a:lnTo>
                  <a:lnTo>
                    <a:pt x="2849" y="36"/>
                  </a:lnTo>
                  <a:lnTo>
                    <a:pt x="2836" y="27"/>
                  </a:lnTo>
                  <a:lnTo>
                    <a:pt x="2822" y="19"/>
                  </a:lnTo>
                  <a:lnTo>
                    <a:pt x="2806" y="12"/>
                  </a:lnTo>
                  <a:lnTo>
                    <a:pt x="2790" y="7"/>
                  </a:lnTo>
                  <a:lnTo>
                    <a:pt x="2772" y="3"/>
                  </a:lnTo>
                  <a:lnTo>
                    <a:pt x="2751" y="1"/>
                  </a:lnTo>
                  <a:lnTo>
                    <a:pt x="2731" y="0"/>
                  </a:lnTo>
                  <a:lnTo>
                    <a:pt x="1975" y="0"/>
                  </a:lnTo>
                  <a:lnTo>
                    <a:pt x="1938" y="1"/>
                  </a:lnTo>
                  <a:lnTo>
                    <a:pt x="1902" y="2"/>
                  </a:lnTo>
                  <a:lnTo>
                    <a:pt x="1867" y="5"/>
                  </a:lnTo>
                  <a:lnTo>
                    <a:pt x="1834" y="9"/>
                  </a:lnTo>
                  <a:lnTo>
                    <a:pt x="1802" y="14"/>
                  </a:lnTo>
                  <a:lnTo>
                    <a:pt x="1771" y="19"/>
                  </a:lnTo>
                  <a:lnTo>
                    <a:pt x="1742" y="26"/>
                  </a:lnTo>
                  <a:lnTo>
                    <a:pt x="1714" y="34"/>
                  </a:lnTo>
                  <a:lnTo>
                    <a:pt x="1687" y="43"/>
                  </a:lnTo>
                  <a:lnTo>
                    <a:pt x="1661" y="53"/>
                  </a:lnTo>
                  <a:lnTo>
                    <a:pt x="1636" y="64"/>
                  </a:lnTo>
                  <a:lnTo>
                    <a:pt x="1614" y="77"/>
                  </a:lnTo>
                  <a:lnTo>
                    <a:pt x="1591" y="91"/>
                  </a:lnTo>
                  <a:lnTo>
                    <a:pt x="1571" y="106"/>
                  </a:lnTo>
                  <a:lnTo>
                    <a:pt x="1551" y="122"/>
                  </a:lnTo>
                  <a:lnTo>
                    <a:pt x="1533" y="138"/>
                  </a:lnTo>
                  <a:lnTo>
                    <a:pt x="1516" y="156"/>
                  </a:lnTo>
                  <a:lnTo>
                    <a:pt x="1499" y="177"/>
                  </a:lnTo>
                  <a:lnTo>
                    <a:pt x="1484" y="197"/>
                  </a:lnTo>
                  <a:lnTo>
                    <a:pt x="1471" y="219"/>
                  </a:lnTo>
                  <a:lnTo>
                    <a:pt x="1459" y="242"/>
                  </a:lnTo>
                  <a:lnTo>
                    <a:pt x="1447" y="267"/>
                  </a:lnTo>
                  <a:lnTo>
                    <a:pt x="1437" y="293"/>
                  </a:lnTo>
                  <a:lnTo>
                    <a:pt x="1428" y="320"/>
                  </a:lnTo>
                  <a:lnTo>
                    <a:pt x="1420" y="348"/>
                  </a:lnTo>
                  <a:lnTo>
                    <a:pt x="1414" y="377"/>
                  </a:lnTo>
                  <a:lnTo>
                    <a:pt x="1407" y="408"/>
                  </a:lnTo>
                  <a:lnTo>
                    <a:pt x="1402" y="441"/>
                  </a:lnTo>
                  <a:lnTo>
                    <a:pt x="1399" y="474"/>
                  </a:lnTo>
                  <a:lnTo>
                    <a:pt x="1397" y="509"/>
                  </a:lnTo>
                  <a:lnTo>
                    <a:pt x="1395" y="546"/>
                  </a:lnTo>
                  <a:lnTo>
                    <a:pt x="1395" y="583"/>
                  </a:lnTo>
                  <a:lnTo>
                    <a:pt x="1395" y="1398"/>
                  </a:lnTo>
                  <a:lnTo>
                    <a:pt x="1393" y="1427"/>
                  </a:lnTo>
                  <a:lnTo>
                    <a:pt x="1391" y="1455"/>
                  </a:lnTo>
                  <a:lnTo>
                    <a:pt x="1387" y="1479"/>
                  </a:lnTo>
                  <a:lnTo>
                    <a:pt x="1380" y="1502"/>
                  </a:lnTo>
                  <a:lnTo>
                    <a:pt x="1377" y="1513"/>
                  </a:lnTo>
                  <a:lnTo>
                    <a:pt x="1372" y="1523"/>
                  </a:lnTo>
                  <a:lnTo>
                    <a:pt x="1368" y="1533"/>
                  </a:lnTo>
                  <a:lnTo>
                    <a:pt x="1363" y="1542"/>
                  </a:lnTo>
                  <a:lnTo>
                    <a:pt x="1358" y="1551"/>
                  </a:lnTo>
                  <a:lnTo>
                    <a:pt x="1351" y="1559"/>
                  </a:lnTo>
                  <a:lnTo>
                    <a:pt x="1345" y="1567"/>
                  </a:lnTo>
                  <a:lnTo>
                    <a:pt x="1337" y="1575"/>
                  </a:lnTo>
                  <a:lnTo>
                    <a:pt x="1331" y="1582"/>
                  </a:lnTo>
                  <a:lnTo>
                    <a:pt x="1323" y="1589"/>
                  </a:lnTo>
                  <a:lnTo>
                    <a:pt x="1314" y="1594"/>
                  </a:lnTo>
                  <a:lnTo>
                    <a:pt x="1305" y="1600"/>
                  </a:lnTo>
                  <a:lnTo>
                    <a:pt x="1296" y="1604"/>
                  </a:lnTo>
                  <a:lnTo>
                    <a:pt x="1286" y="1609"/>
                  </a:lnTo>
                  <a:lnTo>
                    <a:pt x="1276" y="1613"/>
                  </a:lnTo>
                  <a:lnTo>
                    <a:pt x="1264" y="1617"/>
                  </a:lnTo>
                  <a:lnTo>
                    <a:pt x="1241" y="1623"/>
                  </a:lnTo>
                  <a:lnTo>
                    <a:pt x="1215" y="1628"/>
                  </a:lnTo>
                  <a:lnTo>
                    <a:pt x="1187" y="1630"/>
                  </a:lnTo>
                  <a:lnTo>
                    <a:pt x="1158" y="1631"/>
                  </a:lnTo>
                  <a:lnTo>
                    <a:pt x="167" y="1631"/>
                  </a:lnTo>
                  <a:lnTo>
                    <a:pt x="148" y="1631"/>
                  </a:lnTo>
                  <a:lnTo>
                    <a:pt x="130" y="1634"/>
                  </a:lnTo>
                  <a:lnTo>
                    <a:pt x="113" y="1638"/>
                  </a:lnTo>
                  <a:lnTo>
                    <a:pt x="97" y="1644"/>
                  </a:lnTo>
                  <a:lnTo>
                    <a:pt x="82" y="1650"/>
                  </a:lnTo>
                  <a:lnTo>
                    <a:pt x="68" y="1658"/>
                  </a:lnTo>
                  <a:lnTo>
                    <a:pt x="56" y="1667"/>
                  </a:lnTo>
                  <a:lnTo>
                    <a:pt x="45" y="1679"/>
                  </a:lnTo>
                  <a:lnTo>
                    <a:pt x="35" y="1690"/>
                  </a:lnTo>
                  <a:lnTo>
                    <a:pt x="26" y="1703"/>
                  </a:lnTo>
                  <a:lnTo>
                    <a:pt x="18" y="1718"/>
                  </a:lnTo>
                  <a:lnTo>
                    <a:pt x="11" y="1734"/>
                  </a:lnTo>
                  <a:lnTo>
                    <a:pt x="6" y="1751"/>
                  </a:lnTo>
                  <a:lnTo>
                    <a:pt x="3" y="1769"/>
                  </a:lnTo>
                  <a:lnTo>
                    <a:pt x="1" y="1787"/>
                  </a:lnTo>
                  <a:lnTo>
                    <a:pt x="0" y="1807"/>
                  </a:lnTo>
                  <a:lnTo>
                    <a:pt x="1" y="1826"/>
                  </a:lnTo>
                  <a:lnTo>
                    <a:pt x="3" y="1844"/>
                  </a:lnTo>
                  <a:lnTo>
                    <a:pt x="6" y="1862"/>
                  </a:lnTo>
                  <a:lnTo>
                    <a:pt x="11" y="1878"/>
                  </a:lnTo>
                  <a:lnTo>
                    <a:pt x="18" y="1893"/>
                  </a:lnTo>
                  <a:lnTo>
                    <a:pt x="26" y="1907"/>
                  </a:lnTo>
                  <a:lnTo>
                    <a:pt x="35" y="1920"/>
                  </a:lnTo>
                  <a:lnTo>
                    <a:pt x="45" y="1933"/>
                  </a:lnTo>
                  <a:lnTo>
                    <a:pt x="56" y="1943"/>
                  </a:lnTo>
                  <a:lnTo>
                    <a:pt x="68" y="1953"/>
                  </a:lnTo>
                  <a:lnTo>
                    <a:pt x="82" y="1961"/>
                  </a:lnTo>
                  <a:lnTo>
                    <a:pt x="97" y="1968"/>
                  </a:lnTo>
                  <a:lnTo>
                    <a:pt x="113" y="1973"/>
                  </a:lnTo>
                  <a:lnTo>
                    <a:pt x="130" y="1977"/>
                  </a:lnTo>
                  <a:lnTo>
                    <a:pt x="148" y="1979"/>
                  </a:lnTo>
                  <a:lnTo>
                    <a:pt x="167" y="1980"/>
                  </a:lnTo>
                  <a:lnTo>
                    <a:pt x="1158" y="1980"/>
                  </a:lnTo>
                  <a:lnTo>
                    <a:pt x="1195" y="1980"/>
                  </a:lnTo>
                  <a:lnTo>
                    <a:pt x="1231" y="1978"/>
                  </a:lnTo>
                  <a:lnTo>
                    <a:pt x="1265" y="1976"/>
                  </a:lnTo>
                  <a:lnTo>
                    <a:pt x="1299" y="1972"/>
                  </a:lnTo>
                  <a:lnTo>
                    <a:pt x="1331" y="1967"/>
                  </a:lnTo>
                  <a:lnTo>
                    <a:pt x="1362" y="1961"/>
                  </a:lnTo>
                  <a:lnTo>
                    <a:pt x="1391" y="1954"/>
                  </a:lnTo>
                  <a:lnTo>
                    <a:pt x="1419" y="1946"/>
                  </a:lnTo>
                  <a:lnTo>
                    <a:pt x="1446" y="1937"/>
                  </a:lnTo>
                  <a:lnTo>
                    <a:pt x="1472" y="1927"/>
                  </a:lnTo>
                  <a:lnTo>
                    <a:pt x="1497" y="1916"/>
                  </a:lnTo>
                  <a:lnTo>
                    <a:pt x="1520" y="1904"/>
                  </a:lnTo>
                  <a:lnTo>
                    <a:pt x="1543" y="1890"/>
                  </a:lnTo>
                  <a:lnTo>
                    <a:pt x="1563" y="1875"/>
                  </a:lnTo>
                  <a:lnTo>
                    <a:pt x="1583" y="1859"/>
                  </a:lnTo>
                  <a:lnTo>
                    <a:pt x="1602" y="1842"/>
                  </a:lnTo>
                  <a:lnTo>
                    <a:pt x="1619" y="1824"/>
                  </a:lnTo>
                  <a:lnTo>
                    <a:pt x="1635" y="1805"/>
                  </a:lnTo>
                  <a:lnTo>
                    <a:pt x="1651" y="1783"/>
                  </a:lnTo>
                  <a:lnTo>
                    <a:pt x="1664" y="1762"/>
                  </a:lnTo>
                  <a:lnTo>
                    <a:pt x="1678" y="1738"/>
                  </a:lnTo>
                  <a:lnTo>
                    <a:pt x="1689" y="1713"/>
                  </a:lnTo>
                  <a:lnTo>
                    <a:pt x="1699" y="1688"/>
                  </a:lnTo>
                  <a:lnTo>
                    <a:pt x="1708" y="1661"/>
                  </a:lnTo>
                  <a:lnTo>
                    <a:pt x="1717" y="1632"/>
                  </a:lnTo>
                  <a:lnTo>
                    <a:pt x="1724" y="1603"/>
                  </a:lnTo>
                  <a:lnTo>
                    <a:pt x="1729" y="1572"/>
                  </a:lnTo>
                  <a:lnTo>
                    <a:pt x="1735" y="1540"/>
                  </a:lnTo>
                  <a:lnTo>
                    <a:pt x="1738" y="1506"/>
                  </a:lnTo>
                  <a:lnTo>
                    <a:pt x="1741" y="1472"/>
                  </a:lnTo>
                  <a:lnTo>
                    <a:pt x="1743" y="1436"/>
                  </a:lnTo>
                  <a:lnTo>
                    <a:pt x="1743" y="1398"/>
                  </a:lnTo>
                  <a:lnTo>
                    <a:pt x="1743" y="583"/>
                  </a:lnTo>
                  <a:lnTo>
                    <a:pt x="1744" y="551"/>
                  </a:lnTo>
                  <a:lnTo>
                    <a:pt x="1746" y="523"/>
                  </a:lnTo>
                  <a:lnTo>
                    <a:pt x="1751" y="497"/>
                  </a:lnTo>
                  <a:lnTo>
                    <a:pt x="1755" y="474"/>
                  </a:lnTo>
                  <a:lnTo>
                    <a:pt x="1759" y="462"/>
                  </a:lnTo>
                  <a:lnTo>
                    <a:pt x="1763" y="452"/>
                  </a:lnTo>
                  <a:lnTo>
                    <a:pt x="1767" y="442"/>
                  </a:lnTo>
                  <a:lnTo>
                    <a:pt x="1772" y="433"/>
                  </a:lnTo>
                  <a:lnTo>
                    <a:pt x="1778" y="424"/>
                  </a:lnTo>
                  <a:lnTo>
                    <a:pt x="1783" y="416"/>
                  </a:lnTo>
                  <a:lnTo>
                    <a:pt x="1789" y="408"/>
                  </a:lnTo>
                  <a:lnTo>
                    <a:pt x="1796" y="402"/>
                  </a:lnTo>
                  <a:lnTo>
                    <a:pt x="1803" y="395"/>
                  </a:lnTo>
                  <a:lnTo>
                    <a:pt x="1810" y="388"/>
                  </a:lnTo>
                  <a:lnTo>
                    <a:pt x="1819" y="383"/>
                  </a:lnTo>
                  <a:lnTo>
                    <a:pt x="1827" y="378"/>
                  </a:lnTo>
                  <a:lnTo>
                    <a:pt x="1837" y="374"/>
                  </a:lnTo>
                  <a:lnTo>
                    <a:pt x="1846" y="369"/>
                  </a:lnTo>
                  <a:lnTo>
                    <a:pt x="1857" y="366"/>
                  </a:lnTo>
                  <a:lnTo>
                    <a:pt x="1867" y="362"/>
                  </a:lnTo>
                  <a:lnTo>
                    <a:pt x="1891" y="357"/>
                  </a:lnTo>
                  <a:lnTo>
                    <a:pt x="1917" y="353"/>
                  </a:lnTo>
                  <a:lnTo>
                    <a:pt x="1945" y="351"/>
                  </a:lnTo>
                  <a:lnTo>
                    <a:pt x="1975" y="350"/>
                  </a:lnTo>
                  <a:lnTo>
                    <a:pt x="2731" y="350"/>
                  </a:lnTo>
                  <a:lnTo>
                    <a:pt x="2751" y="349"/>
                  </a:lnTo>
                  <a:lnTo>
                    <a:pt x="2772" y="347"/>
                  </a:lnTo>
                  <a:lnTo>
                    <a:pt x="2790" y="343"/>
                  </a:lnTo>
                  <a:lnTo>
                    <a:pt x="2806" y="338"/>
                  </a:lnTo>
                  <a:lnTo>
                    <a:pt x="2822" y="331"/>
                  </a:lnTo>
                  <a:lnTo>
                    <a:pt x="2837" y="323"/>
                  </a:lnTo>
                  <a:lnTo>
                    <a:pt x="2849" y="313"/>
                  </a:lnTo>
                  <a:lnTo>
                    <a:pt x="2861" y="303"/>
                  </a:lnTo>
                  <a:lnTo>
                    <a:pt x="2872" y="290"/>
                  </a:lnTo>
                  <a:lnTo>
                    <a:pt x="2881" y="277"/>
                  </a:lnTo>
                  <a:lnTo>
                    <a:pt x="2888" y="263"/>
                  </a:lnTo>
                  <a:lnTo>
                    <a:pt x="2894" y="248"/>
                  </a:lnTo>
                  <a:lnTo>
                    <a:pt x="2900" y="231"/>
                  </a:lnTo>
                  <a:lnTo>
                    <a:pt x="2903" y="213"/>
                  </a:lnTo>
                  <a:lnTo>
                    <a:pt x="2905" y="195"/>
                  </a:lnTo>
                  <a:lnTo>
                    <a:pt x="2906" y="174"/>
                  </a:lnTo>
                  <a:close/>
                </a:path>
              </a:pathLst>
            </a:cu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3200">
                <a:solidFill>
                  <a:schemeClr val="dk2"/>
                </a:solidFill>
                <a:latin typeface="Roboto Light"/>
                <a:ea typeface="Roboto Light"/>
                <a:cs typeface="Roboto Light"/>
                <a:sym typeface="Roboto Light"/>
              </a:endParaRPr>
            </a:p>
          </p:txBody>
        </p:sp>
      </p:grpSp>
      <p:grpSp>
        <p:nvGrpSpPr>
          <p:cNvPr id="1384" name="Google Shape;1384;p66"/>
          <p:cNvGrpSpPr/>
          <p:nvPr/>
        </p:nvGrpSpPr>
        <p:grpSpPr>
          <a:xfrm rot="5400000">
            <a:off x="-3572540" y="3312042"/>
            <a:ext cx="6815472" cy="233919"/>
            <a:chOff x="0" y="-711770"/>
            <a:chExt cx="4642907" cy="564813"/>
          </a:xfrm>
        </p:grpSpPr>
        <p:grpSp>
          <p:nvGrpSpPr>
            <p:cNvPr id="1385" name="Google Shape;1385;p66"/>
            <p:cNvGrpSpPr/>
            <p:nvPr/>
          </p:nvGrpSpPr>
          <p:grpSpPr>
            <a:xfrm>
              <a:off x="791421" y="-711770"/>
              <a:ext cx="685800" cy="564813"/>
              <a:chOff x="304800" y="937146"/>
              <a:chExt cx="1624082" cy="286603"/>
            </a:xfrm>
          </p:grpSpPr>
          <p:sp>
            <p:nvSpPr>
              <p:cNvPr id="1386" name="Google Shape;1386;p66"/>
              <p:cNvSpPr/>
              <p:nvPr/>
            </p:nvSpPr>
            <p:spPr>
              <a:xfrm>
                <a:off x="304800" y="937146"/>
                <a:ext cx="486770" cy="286603"/>
              </a:xfrm>
              <a:prstGeom prst="roundRect">
                <a:avLst>
                  <a:gd fmla="val 0" name="adj"/>
                </a:avLst>
              </a:prstGeom>
              <a:solidFill>
                <a:srgbClr val="66CC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387" name="Google Shape;1387;p66"/>
              <p:cNvSpPr/>
              <p:nvPr/>
            </p:nvSpPr>
            <p:spPr>
              <a:xfrm>
                <a:off x="873456" y="937146"/>
                <a:ext cx="486770" cy="286603"/>
              </a:xfrm>
              <a:prstGeom prst="roundRect">
                <a:avLst>
                  <a:gd fmla="val 0" name="adj"/>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388" name="Google Shape;1388;p66"/>
              <p:cNvSpPr/>
              <p:nvPr/>
            </p:nvSpPr>
            <p:spPr>
              <a:xfrm>
                <a:off x="1442112" y="937146"/>
                <a:ext cx="486770" cy="286603"/>
              </a:xfrm>
              <a:prstGeom prst="roundRect">
                <a:avLst>
                  <a:gd fmla="val 0" name="adj"/>
                </a:avLst>
              </a:prstGeom>
              <a:solidFill>
                <a:srgbClr val="0066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grpSp>
        <p:grpSp>
          <p:nvGrpSpPr>
            <p:cNvPr id="1389" name="Google Shape;1389;p66"/>
            <p:cNvGrpSpPr/>
            <p:nvPr/>
          </p:nvGrpSpPr>
          <p:grpSpPr>
            <a:xfrm>
              <a:off x="2374263" y="-711770"/>
              <a:ext cx="685800" cy="564813"/>
              <a:chOff x="304800" y="937146"/>
              <a:chExt cx="1624082" cy="286603"/>
            </a:xfrm>
          </p:grpSpPr>
          <p:sp>
            <p:nvSpPr>
              <p:cNvPr id="1390" name="Google Shape;1390;p66"/>
              <p:cNvSpPr/>
              <p:nvPr/>
            </p:nvSpPr>
            <p:spPr>
              <a:xfrm>
                <a:off x="304800" y="937146"/>
                <a:ext cx="486770" cy="286603"/>
              </a:xfrm>
              <a:prstGeom prst="roundRect">
                <a:avLst>
                  <a:gd fmla="val 0" name="adj"/>
                </a:avLst>
              </a:prstGeom>
              <a:solidFill>
                <a:srgbClr val="9997F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391" name="Google Shape;1391;p66"/>
              <p:cNvSpPr/>
              <p:nvPr/>
            </p:nvSpPr>
            <p:spPr>
              <a:xfrm>
                <a:off x="873456" y="937146"/>
                <a:ext cx="486770" cy="286603"/>
              </a:xfrm>
              <a:prstGeom prst="roundRect">
                <a:avLst>
                  <a:gd fmla="val 0" name="adj"/>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392" name="Google Shape;1392;p66"/>
              <p:cNvSpPr/>
              <p:nvPr/>
            </p:nvSpPr>
            <p:spPr>
              <a:xfrm>
                <a:off x="1442112" y="937146"/>
                <a:ext cx="486770" cy="286603"/>
              </a:xfrm>
              <a:prstGeom prst="roundRect">
                <a:avLst>
                  <a:gd fmla="val 0" name="adj"/>
                </a:avLst>
              </a:prstGeom>
              <a:solidFill>
                <a:srgbClr val="33339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grpSp>
        <p:grpSp>
          <p:nvGrpSpPr>
            <p:cNvPr id="1393" name="Google Shape;1393;p66"/>
            <p:cNvGrpSpPr/>
            <p:nvPr/>
          </p:nvGrpSpPr>
          <p:grpSpPr>
            <a:xfrm>
              <a:off x="1582842" y="-711770"/>
              <a:ext cx="685800" cy="564813"/>
              <a:chOff x="304800" y="937146"/>
              <a:chExt cx="1624082" cy="286603"/>
            </a:xfrm>
          </p:grpSpPr>
          <p:sp>
            <p:nvSpPr>
              <p:cNvPr id="1394" name="Google Shape;1394;p66"/>
              <p:cNvSpPr/>
              <p:nvPr/>
            </p:nvSpPr>
            <p:spPr>
              <a:xfrm>
                <a:off x="304800" y="937146"/>
                <a:ext cx="486770" cy="286603"/>
              </a:xfrm>
              <a:prstGeom prst="roundRect">
                <a:avLst>
                  <a:gd fmla="val 0" name="adj"/>
                </a:avLst>
              </a:prstGeom>
              <a:solidFill>
                <a:srgbClr val="33CC6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395" name="Google Shape;1395;p66"/>
              <p:cNvSpPr/>
              <p:nvPr/>
            </p:nvSpPr>
            <p:spPr>
              <a:xfrm>
                <a:off x="873456" y="937146"/>
                <a:ext cx="486770" cy="286603"/>
              </a:xfrm>
              <a:prstGeom prst="roundRect">
                <a:avLst>
                  <a:gd fmla="val 0" name="adj"/>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396" name="Google Shape;1396;p66"/>
              <p:cNvSpPr/>
              <p:nvPr/>
            </p:nvSpPr>
            <p:spPr>
              <a:xfrm>
                <a:off x="1442112" y="937146"/>
                <a:ext cx="486770" cy="286603"/>
              </a:xfrm>
              <a:prstGeom prst="roundRect">
                <a:avLst>
                  <a:gd fmla="val 0" name="adj"/>
                </a:avLst>
              </a:prstGeom>
              <a:solidFill>
                <a:srgbClr val="007B2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grpSp>
        <p:grpSp>
          <p:nvGrpSpPr>
            <p:cNvPr id="1397" name="Google Shape;1397;p66"/>
            <p:cNvGrpSpPr/>
            <p:nvPr/>
          </p:nvGrpSpPr>
          <p:grpSpPr>
            <a:xfrm>
              <a:off x="0" y="-711770"/>
              <a:ext cx="685800" cy="564813"/>
              <a:chOff x="304800" y="937146"/>
              <a:chExt cx="1624082" cy="286603"/>
            </a:xfrm>
          </p:grpSpPr>
          <p:sp>
            <p:nvSpPr>
              <p:cNvPr id="1398" name="Google Shape;1398;p66"/>
              <p:cNvSpPr/>
              <p:nvPr/>
            </p:nvSpPr>
            <p:spPr>
              <a:xfrm>
                <a:off x="304800" y="937146"/>
                <a:ext cx="486770" cy="286603"/>
              </a:xfrm>
              <a:prstGeom prst="roundRect">
                <a:avLst>
                  <a:gd fmla="val 0" name="adj"/>
                </a:avLst>
              </a:prstGeom>
              <a:solidFill>
                <a:srgbClr val="92E4D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399" name="Google Shape;1399;p66"/>
              <p:cNvSpPr/>
              <p:nvPr/>
            </p:nvSpPr>
            <p:spPr>
              <a:xfrm>
                <a:off x="873456" y="937146"/>
                <a:ext cx="486770" cy="286603"/>
              </a:xfrm>
              <a:prstGeom prst="roundRect">
                <a:avLst>
                  <a:gd fmla="val 0" name="adj"/>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400" name="Google Shape;1400;p66"/>
              <p:cNvSpPr/>
              <p:nvPr/>
            </p:nvSpPr>
            <p:spPr>
              <a:xfrm>
                <a:off x="1442112" y="937146"/>
                <a:ext cx="486770" cy="286603"/>
              </a:xfrm>
              <a:prstGeom prst="roundRect">
                <a:avLst>
                  <a:gd fmla="val 0" name="adj"/>
                </a:avLst>
              </a:prstGeom>
              <a:solidFill>
                <a:srgbClr val="408F7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grpSp>
        <p:grpSp>
          <p:nvGrpSpPr>
            <p:cNvPr id="1401" name="Google Shape;1401;p66"/>
            <p:cNvGrpSpPr/>
            <p:nvPr/>
          </p:nvGrpSpPr>
          <p:grpSpPr>
            <a:xfrm>
              <a:off x="3957107" y="-711770"/>
              <a:ext cx="685800" cy="564813"/>
              <a:chOff x="304800" y="937146"/>
              <a:chExt cx="1624082" cy="286603"/>
            </a:xfrm>
          </p:grpSpPr>
          <p:sp>
            <p:nvSpPr>
              <p:cNvPr id="1402" name="Google Shape;1402;p66"/>
              <p:cNvSpPr/>
              <p:nvPr/>
            </p:nvSpPr>
            <p:spPr>
              <a:xfrm>
                <a:off x="304800" y="937146"/>
                <a:ext cx="486770" cy="286603"/>
              </a:xfrm>
              <a:prstGeom prst="roundRect">
                <a:avLst>
                  <a:gd fmla="val 0" name="adj"/>
                </a:avLst>
              </a:prstGeom>
              <a:solidFill>
                <a:srgbClr val="FFF32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403" name="Google Shape;1403;p66"/>
              <p:cNvSpPr/>
              <p:nvPr/>
            </p:nvSpPr>
            <p:spPr>
              <a:xfrm>
                <a:off x="873456" y="937146"/>
                <a:ext cx="486770" cy="286603"/>
              </a:xfrm>
              <a:prstGeom prst="roundRect">
                <a:avLst>
                  <a:gd fmla="val 0" name="adj"/>
                </a:avLst>
              </a:prstGeom>
              <a:solidFill>
                <a:schemeClr val="accent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404" name="Google Shape;1404;p66"/>
              <p:cNvSpPr/>
              <p:nvPr/>
            </p:nvSpPr>
            <p:spPr>
              <a:xfrm>
                <a:off x="1442112" y="937146"/>
                <a:ext cx="486770" cy="286603"/>
              </a:xfrm>
              <a:prstGeom prst="roundRect">
                <a:avLst>
                  <a:gd fmla="val 0" name="adj"/>
                </a:avLst>
              </a:prstGeom>
              <a:solidFill>
                <a:srgbClr val="FF98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grpSp>
        <p:grpSp>
          <p:nvGrpSpPr>
            <p:cNvPr id="1405" name="Google Shape;1405;p66"/>
            <p:cNvGrpSpPr/>
            <p:nvPr/>
          </p:nvGrpSpPr>
          <p:grpSpPr>
            <a:xfrm>
              <a:off x="3165684" y="-711770"/>
              <a:ext cx="685800" cy="564813"/>
              <a:chOff x="304800" y="937146"/>
              <a:chExt cx="1624082" cy="286603"/>
            </a:xfrm>
          </p:grpSpPr>
          <p:sp>
            <p:nvSpPr>
              <p:cNvPr id="1406" name="Google Shape;1406;p66"/>
              <p:cNvSpPr/>
              <p:nvPr/>
            </p:nvSpPr>
            <p:spPr>
              <a:xfrm>
                <a:off x="304800" y="937146"/>
                <a:ext cx="486770" cy="286603"/>
              </a:xfrm>
              <a:prstGeom prst="roundRect">
                <a:avLst>
                  <a:gd fmla="val 0" name="adj"/>
                </a:avLst>
              </a:prstGeom>
              <a:solidFill>
                <a:srgbClr val="FF6E5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407" name="Google Shape;1407;p66"/>
              <p:cNvSpPr/>
              <p:nvPr/>
            </p:nvSpPr>
            <p:spPr>
              <a:xfrm>
                <a:off x="873456" y="937146"/>
                <a:ext cx="486770" cy="286603"/>
              </a:xfrm>
              <a:prstGeom prst="roundRect">
                <a:avLst>
                  <a:gd fmla="val 0" name="adj"/>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sp>
            <p:nvSpPr>
              <p:cNvPr id="1408" name="Google Shape;1408;p66"/>
              <p:cNvSpPr/>
              <p:nvPr/>
            </p:nvSpPr>
            <p:spPr>
              <a:xfrm>
                <a:off x="1442112" y="937146"/>
                <a:ext cx="486770" cy="286603"/>
              </a:xfrm>
              <a:prstGeom prst="roundRect">
                <a:avLst>
                  <a:gd fmla="val 0" name="adj"/>
                </a:avLst>
              </a:prstGeom>
              <a:solidFill>
                <a:srgbClr val="D3230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Roboto Light"/>
                  <a:ea typeface="Roboto Light"/>
                  <a:cs typeface="Roboto Light"/>
                  <a:sym typeface="Roboto Light"/>
                </a:endParaRPr>
              </a:p>
            </p:txBody>
          </p:sp>
        </p:grpSp>
      </p:grpSp>
    </p:spTree>
  </p:cSld>
  <p:clrMapOvr>
    <a:masterClrMapping/>
  </p:clrMapOvr>
  <mc:AlternateContent>
    <mc:Choice Requires="p14">
      <p:transition spd="slow" p14:dur="700">
        <p:fade/>
      </p:transition>
    </mc:Choice>
    <mc:Fallback>
      <p:transition spd="slow">
        <p:fade/>
      </p:transition>
    </mc:Fallback>
  </mc:AlternateContent>
  <p:extLst>
    <p:ext uri="{DCECCB84-F9BA-43D5-87BE-67443E8EF086}">
      <p15:sldGuideLst>
        <p15:guide id="1" orient="horz" pos="162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theme" Target="../theme/theme2.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450057" y="675006"/>
            <a:ext cx="11311202" cy="792675"/>
          </a:xfrm>
          <a:prstGeom prst="rect">
            <a:avLst/>
          </a:prstGeom>
          <a:noFill/>
          <a:ln>
            <a:noFill/>
          </a:ln>
        </p:spPr>
        <p:txBody>
          <a:bodyPr anchorCtr="0" anchor="t" bIns="0" lIns="0" spcFirstLastPara="1" rIns="0" wrap="square" tIns="0">
            <a:normAutofit/>
          </a:bodyPr>
          <a:lstStyle>
            <a:lvl1pPr lvl="0" marR="0" rtl="0" algn="l">
              <a:spcBef>
                <a:spcPts val="0"/>
              </a:spcBef>
              <a:spcAft>
                <a:spcPts val="0"/>
              </a:spcAft>
              <a:buClr>
                <a:srgbClr val="000000"/>
              </a:buClr>
              <a:buSzPts val="4000"/>
              <a:buFont typeface="Roboto Medium"/>
              <a:buNone/>
              <a:defRPr b="0" i="0" sz="4000" u="none" cap="none" strike="noStrike">
                <a:solidFill>
                  <a:srgbClr val="000000"/>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4"/>
          <p:cNvSpPr txBox="1"/>
          <p:nvPr>
            <p:ph idx="1" type="body"/>
          </p:nvPr>
        </p:nvSpPr>
        <p:spPr>
          <a:xfrm>
            <a:off x="450057" y="1666876"/>
            <a:ext cx="11311202" cy="4429124"/>
          </a:xfrm>
          <a:prstGeom prst="rect">
            <a:avLst/>
          </a:prstGeom>
          <a:noFill/>
          <a:ln>
            <a:noFill/>
          </a:ln>
        </p:spPr>
        <p:txBody>
          <a:bodyPr anchorCtr="0" anchor="t" bIns="0" lIns="0" spcFirstLastPara="1" rIns="0" wrap="square" tIns="0">
            <a:normAutofit/>
          </a:bodyPr>
          <a:lstStyle>
            <a:lvl1pPr indent="-355600" lvl="0" marL="457200" marR="0" rtl="0" algn="l">
              <a:lnSpc>
                <a:spcPct val="95000"/>
              </a:lnSpc>
              <a:spcBef>
                <a:spcPts val="0"/>
              </a:spcBef>
              <a:spcAft>
                <a:spcPts val="0"/>
              </a:spcAft>
              <a:buClr>
                <a:schemeClr val="accent4"/>
              </a:buClr>
              <a:buSzPts val="2000"/>
              <a:buFont typeface="Calibri"/>
              <a:buChar char="•"/>
              <a:defRPr b="0" i="0" sz="2000" u="none" cap="none" strike="noStrike">
                <a:solidFill>
                  <a:schemeClr val="dk1"/>
                </a:solidFill>
                <a:latin typeface="Roboto Light"/>
                <a:ea typeface="Roboto Light"/>
                <a:cs typeface="Roboto Light"/>
                <a:sym typeface="Roboto Light"/>
              </a:defRPr>
            </a:lvl1pPr>
            <a:lvl2pPr indent="-342900" lvl="1" marL="914400" marR="0" rtl="0" algn="l">
              <a:lnSpc>
                <a:spcPct val="95000"/>
              </a:lnSpc>
              <a:spcBef>
                <a:spcPts val="800"/>
              </a:spcBef>
              <a:spcAft>
                <a:spcPts val="0"/>
              </a:spcAft>
              <a:buClr>
                <a:srgbClr val="7D8585"/>
              </a:buClr>
              <a:buSzPts val="1800"/>
              <a:buFont typeface="Calibri"/>
              <a:buChar char="→"/>
              <a:defRPr b="0" i="0" sz="2000" u="none" cap="none" strike="noStrike">
                <a:solidFill>
                  <a:schemeClr val="dk1"/>
                </a:solidFill>
                <a:latin typeface="Roboto Light"/>
                <a:ea typeface="Roboto Light"/>
                <a:cs typeface="Roboto Light"/>
                <a:sym typeface="Roboto Light"/>
              </a:defRPr>
            </a:lvl2pPr>
            <a:lvl3pPr indent="-342900" lvl="2" marL="1371600" marR="0" rtl="0" algn="l">
              <a:lnSpc>
                <a:spcPct val="95000"/>
              </a:lnSpc>
              <a:spcBef>
                <a:spcPts val="800"/>
              </a:spcBef>
              <a:spcAft>
                <a:spcPts val="0"/>
              </a:spcAft>
              <a:buClr>
                <a:srgbClr val="7D8585"/>
              </a:buClr>
              <a:buSzPts val="1800"/>
              <a:buFont typeface="Calibri"/>
              <a:buChar char="‒"/>
              <a:defRPr b="0" i="0" sz="2000" u="none" cap="none" strike="noStrike">
                <a:solidFill>
                  <a:schemeClr val="dk1"/>
                </a:solidFill>
                <a:latin typeface="Roboto Light"/>
                <a:ea typeface="Roboto Light"/>
                <a:cs typeface="Roboto Light"/>
                <a:sym typeface="Roboto Light"/>
              </a:defRPr>
            </a:lvl3pPr>
            <a:lvl4pPr indent="-381000" lvl="3" marL="1828800" marR="0" rtl="0" algn="l">
              <a:spcBef>
                <a:spcPts val="800"/>
              </a:spcBef>
              <a:spcAft>
                <a:spcPts val="0"/>
              </a:spcAft>
              <a:buClr>
                <a:schemeClr val="dk1"/>
              </a:buClr>
              <a:buSzPts val="2400"/>
              <a:buFont typeface="Noto Sans Symbols"/>
              <a:buChar char="−"/>
              <a:defRPr b="0" i="0" sz="2400" u="none" cap="none" strike="noStrike">
                <a:solidFill>
                  <a:schemeClr val="dk1"/>
                </a:solidFill>
                <a:latin typeface="Roboto Light"/>
                <a:ea typeface="Roboto Light"/>
                <a:cs typeface="Roboto Light"/>
                <a:sym typeface="Roboto Light"/>
              </a:defRPr>
            </a:lvl4pPr>
            <a:lvl5pPr indent="-381000" lvl="4" marL="22860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Roboto Light"/>
                <a:ea typeface="Roboto Light"/>
                <a:cs typeface="Roboto Light"/>
                <a:sym typeface="Roboto Light"/>
              </a:defRPr>
            </a:lvl5pPr>
            <a:lvl6pPr indent="-397955" lvl="5" marL="2743200" marR="0" rtl="0" algn="l">
              <a:spcBef>
                <a:spcPts val="533"/>
              </a:spcBef>
              <a:spcAft>
                <a:spcPts val="0"/>
              </a:spcAft>
              <a:buClr>
                <a:schemeClr val="dk1"/>
              </a:buClr>
              <a:buSzPts val="2667"/>
              <a:buFont typeface="Arial"/>
              <a:buChar char="•"/>
              <a:defRPr b="0" i="0" sz="2667" u="none" cap="none" strike="noStrike">
                <a:solidFill>
                  <a:schemeClr val="dk1"/>
                </a:solidFill>
                <a:latin typeface="Roboto Light"/>
                <a:ea typeface="Roboto Light"/>
                <a:cs typeface="Roboto Light"/>
                <a:sym typeface="Roboto Light"/>
              </a:defRPr>
            </a:lvl6pPr>
            <a:lvl7pPr indent="-397955" lvl="6" marL="3200400" marR="0" rtl="0" algn="l">
              <a:spcBef>
                <a:spcPts val="533"/>
              </a:spcBef>
              <a:spcAft>
                <a:spcPts val="0"/>
              </a:spcAft>
              <a:buClr>
                <a:schemeClr val="dk1"/>
              </a:buClr>
              <a:buSzPts val="2667"/>
              <a:buFont typeface="Arial"/>
              <a:buChar char="•"/>
              <a:defRPr b="0" i="0" sz="2667" u="none" cap="none" strike="noStrike">
                <a:solidFill>
                  <a:schemeClr val="dk1"/>
                </a:solidFill>
                <a:latin typeface="Roboto Light"/>
                <a:ea typeface="Roboto Light"/>
                <a:cs typeface="Roboto Light"/>
                <a:sym typeface="Roboto Light"/>
              </a:defRPr>
            </a:lvl7pPr>
            <a:lvl8pPr indent="-397954" lvl="7" marL="3657600" marR="0" rtl="0" algn="l">
              <a:spcBef>
                <a:spcPts val="533"/>
              </a:spcBef>
              <a:spcAft>
                <a:spcPts val="0"/>
              </a:spcAft>
              <a:buClr>
                <a:schemeClr val="dk1"/>
              </a:buClr>
              <a:buSzPts val="2667"/>
              <a:buFont typeface="Arial"/>
              <a:buChar char="•"/>
              <a:defRPr b="0" i="0" sz="2667" u="none" cap="none" strike="noStrike">
                <a:solidFill>
                  <a:schemeClr val="dk1"/>
                </a:solidFill>
                <a:latin typeface="Roboto Light"/>
                <a:ea typeface="Roboto Light"/>
                <a:cs typeface="Roboto Light"/>
                <a:sym typeface="Roboto Light"/>
              </a:defRPr>
            </a:lvl8pPr>
            <a:lvl9pPr indent="-397954" lvl="8" marL="4114800" marR="0" rtl="0" algn="l">
              <a:spcBef>
                <a:spcPts val="533"/>
              </a:spcBef>
              <a:spcAft>
                <a:spcPts val="0"/>
              </a:spcAft>
              <a:buClr>
                <a:schemeClr val="dk1"/>
              </a:buClr>
              <a:buSzPts val="2667"/>
              <a:buFont typeface="Arial"/>
              <a:buChar char="•"/>
              <a:defRPr b="0" i="0" sz="2667" u="none" cap="none" strike="noStrike">
                <a:solidFill>
                  <a:schemeClr val="dk1"/>
                </a:solidFill>
                <a:latin typeface="Roboto Light"/>
                <a:ea typeface="Roboto Light"/>
                <a:cs typeface="Roboto Light"/>
                <a:sym typeface="Roboto Light"/>
              </a:defRPr>
            </a:lvl9pPr>
          </a:lstStyle>
          <a:p/>
        </p:txBody>
      </p:sp>
      <p:sp>
        <p:nvSpPr>
          <p:cNvPr id="12" name="Google Shape;12;p14"/>
          <p:cNvSpPr txBox="1"/>
          <p:nvPr>
            <p:ph idx="11" type="ftr"/>
          </p:nvPr>
        </p:nvSpPr>
        <p:spPr>
          <a:xfrm>
            <a:off x="450057" y="6356351"/>
            <a:ext cx="8395118"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chemeClr val="dk1"/>
                </a:solidFill>
                <a:latin typeface="Roboto Light"/>
                <a:ea typeface="Roboto Light"/>
                <a:cs typeface="Roboto Light"/>
                <a:sym typeface="Roboto Light"/>
              </a:defRPr>
            </a:lvl1pPr>
            <a:lvl2pPr lvl="1" marR="0" rtl="0" algn="l">
              <a:spcBef>
                <a:spcPts val="0"/>
              </a:spcBef>
              <a:spcAft>
                <a:spcPts val="0"/>
              </a:spcAft>
              <a:buSzPts val="1400"/>
              <a:buNone/>
              <a:defRPr b="0" i="0" sz="2400" u="none" cap="none" strike="noStrike">
                <a:solidFill>
                  <a:schemeClr val="dk1"/>
                </a:solidFill>
                <a:latin typeface="Roboto Light"/>
                <a:ea typeface="Roboto Light"/>
                <a:cs typeface="Roboto Light"/>
                <a:sym typeface="Roboto Light"/>
              </a:defRPr>
            </a:lvl2pPr>
            <a:lvl3pPr lvl="2" marR="0" rtl="0" algn="l">
              <a:spcBef>
                <a:spcPts val="0"/>
              </a:spcBef>
              <a:spcAft>
                <a:spcPts val="0"/>
              </a:spcAft>
              <a:buSzPts val="1400"/>
              <a:buNone/>
              <a:defRPr b="0" i="0" sz="2400" u="none" cap="none" strike="noStrike">
                <a:solidFill>
                  <a:schemeClr val="dk1"/>
                </a:solidFill>
                <a:latin typeface="Roboto Light"/>
                <a:ea typeface="Roboto Light"/>
                <a:cs typeface="Roboto Light"/>
                <a:sym typeface="Roboto Light"/>
              </a:defRPr>
            </a:lvl3pPr>
            <a:lvl4pPr lvl="3" marR="0" rtl="0" algn="l">
              <a:spcBef>
                <a:spcPts val="0"/>
              </a:spcBef>
              <a:spcAft>
                <a:spcPts val="0"/>
              </a:spcAft>
              <a:buSzPts val="1400"/>
              <a:buNone/>
              <a:defRPr b="0" i="0" sz="2400" u="none" cap="none" strike="noStrike">
                <a:solidFill>
                  <a:schemeClr val="dk1"/>
                </a:solidFill>
                <a:latin typeface="Roboto Light"/>
                <a:ea typeface="Roboto Light"/>
                <a:cs typeface="Roboto Light"/>
                <a:sym typeface="Roboto Light"/>
              </a:defRPr>
            </a:lvl4pPr>
            <a:lvl5pPr lvl="4" marR="0" rtl="0" algn="l">
              <a:spcBef>
                <a:spcPts val="0"/>
              </a:spcBef>
              <a:spcAft>
                <a:spcPts val="0"/>
              </a:spcAft>
              <a:buSzPts val="1400"/>
              <a:buNone/>
              <a:defRPr b="0" i="0" sz="2400" u="none" cap="none" strike="noStrike">
                <a:solidFill>
                  <a:schemeClr val="dk1"/>
                </a:solidFill>
                <a:latin typeface="Roboto Light"/>
                <a:ea typeface="Roboto Light"/>
                <a:cs typeface="Roboto Light"/>
                <a:sym typeface="Roboto Light"/>
              </a:defRPr>
            </a:lvl5pPr>
            <a:lvl6pPr lvl="5" marR="0" rtl="0" algn="l">
              <a:spcBef>
                <a:spcPts val="0"/>
              </a:spcBef>
              <a:spcAft>
                <a:spcPts val="0"/>
              </a:spcAft>
              <a:buSzPts val="1400"/>
              <a:buNone/>
              <a:defRPr b="0" i="0" sz="2400" u="none" cap="none" strike="noStrike">
                <a:solidFill>
                  <a:schemeClr val="dk1"/>
                </a:solidFill>
                <a:latin typeface="Roboto Light"/>
                <a:ea typeface="Roboto Light"/>
                <a:cs typeface="Roboto Light"/>
                <a:sym typeface="Roboto Light"/>
              </a:defRPr>
            </a:lvl6pPr>
            <a:lvl7pPr lvl="6" marR="0" rtl="0" algn="l">
              <a:spcBef>
                <a:spcPts val="0"/>
              </a:spcBef>
              <a:spcAft>
                <a:spcPts val="0"/>
              </a:spcAft>
              <a:buSzPts val="1400"/>
              <a:buNone/>
              <a:defRPr b="0" i="0" sz="2400" u="none" cap="none" strike="noStrike">
                <a:solidFill>
                  <a:schemeClr val="dk1"/>
                </a:solidFill>
                <a:latin typeface="Roboto Light"/>
                <a:ea typeface="Roboto Light"/>
                <a:cs typeface="Roboto Light"/>
                <a:sym typeface="Roboto Light"/>
              </a:defRPr>
            </a:lvl7pPr>
            <a:lvl8pPr lvl="7" marR="0" rtl="0" algn="l">
              <a:spcBef>
                <a:spcPts val="0"/>
              </a:spcBef>
              <a:spcAft>
                <a:spcPts val="0"/>
              </a:spcAft>
              <a:buSzPts val="1400"/>
              <a:buNone/>
              <a:defRPr b="0" i="0" sz="2400" u="none" cap="none" strike="noStrike">
                <a:solidFill>
                  <a:schemeClr val="dk1"/>
                </a:solidFill>
                <a:latin typeface="Roboto Light"/>
                <a:ea typeface="Roboto Light"/>
                <a:cs typeface="Roboto Light"/>
                <a:sym typeface="Roboto Light"/>
              </a:defRPr>
            </a:lvl8pPr>
            <a:lvl9pPr lvl="8" marR="0" rtl="0" algn="l">
              <a:spcBef>
                <a:spcPts val="0"/>
              </a:spcBef>
              <a:spcAft>
                <a:spcPts val="0"/>
              </a:spcAft>
              <a:buSzPts val="1400"/>
              <a:buNone/>
              <a:defRPr b="0" i="0" sz="2400" u="none" cap="none" strike="noStrike">
                <a:solidFill>
                  <a:schemeClr val="dk1"/>
                </a:solidFill>
                <a:latin typeface="Roboto Light"/>
                <a:ea typeface="Roboto Light"/>
                <a:cs typeface="Roboto Light"/>
                <a:sym typeface="Roboto Light"/>
              </a:defRPr>
            </a:lvl9pPr>
          </a:lstStyle>
          <a:p/>
        </p:txBody>
      </p:sp>
      <p:sp>
        <p:nvSpPr>
          <p:cNvPr id="13" name="Google Shape;13;p14"/>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chemeClr val="dk1"/>
                </a:solidFill>
                <a:latin typeface="Roboto Light"/>
                <a:ea typeface="Roboto Light"/>
                <a:cs typeface="Roboto Light"/>
                <a:sym typeface="Roboto Light"/>
              </a:defRPr>
            </a:lvl1pPr>
            <a:lvl2pPr indent="0" lvl="1" marL="0" marR="0" rtl="0" algn="r">
              <a:spcBef>
                <a:spcPts val="0"/>
              </a:spcBef>
              <a:buNone/>
              <a:defRPr b="0" i="0" sz="1200" u="none" cap="none" strike="noStrike">
                <a:solidFill>
                  <a:schemeClr val="dk1"/>
                </a:solidFill>
                <a:latin typeface="Roboto Light"/>
                <a:ea typeface="Roboto Light"/>
                <a:cs typeface="Roboto Light"/>
                <a:sym typeface="Roboto Light"/>
              </a:defRPr>
            </a:lvl2pPr>
            <a:lvl3pPr indent="0" lvl="2" marL="0" marR="0" rtl="0" algn="r">
              <a:spcBef>
                <a:spcPts val="0"/>
              </a:spcBef>
              <a:buNone/>
              <a:defRPr b="0" i="0" sz="1200" u="none" cap="none" strike="noStrike">
                <a:solidFill>
                  <a:schemeClr val="dk1"/>
                </a:solidFill>
                <a:latin typeface="Roboto Light"/>
                <a:ea typeface="Roboto Light"/>
                <a:cs typeface="Roboto Light"/>
                <a:sym typeface="Roboto Light"/>
              </a:defRPr>
            </a:lvl3pPr>
            <a:lvl4pPr indent="0" lvl="3" marL="0" marR="0" rtl="0" algn="r">
              <a:spcBef>
                <a:spcPts val="0"/>
              </a:spcBef>
              <a:buNone/>
              <a:defRPr b="0" i="0" sz="1200" u="none" cap="none" strike="noStrike">
                <a:solidFill>
                  <a:schemeClr val="dk1"/>
                </a:solidFill>
                <a:latin typeface="Roboto Light"/>
                <a:ea typeface="Roboto Light"/>
                <a:cs typeface="Roboto Light"/>
                <a:sym typeface="Roboto Light"/>
              </a:defRPr>
            </a:lvl4pPr>
            <a:lvl5pPr indent="0" lvl="4" marL="0" marR="0" rtl="0" algn="r">
              <a:spcBef>
                <a:spcPts val="0"/>
              </a:spcBef>
              <a:buNone/>
              <a:defRPr b="0" i="0" sz="1200" u="none" cap="none" strike="noStrike">
                <a:solidFill>
                  <a:schemeClr val="dk1"/>
                </a:solidFill>
                <a:latin typeface="Roboto Light"/>
                <a:ea typeface="Roboto Light"/>
                <a:cs typeface="Roboto Light"/>
                <a:sym typeface="Roboto Light"/>
              </a:defRPr>
            </a:lvl5pPr>
            <a:lvl6pPr indent="0" lvl="5" marL="0" marR="0" rtl="0" algn="r">
              <a:spcBef>
                <a:spcPts val="0"/>
              </a:spcBef>
              <a:buNone/>
              <a:defRPr b="0" i="0" sz="1200" u="none" cap="none" strike="noStrike">
                <a:solidFill>
                  <a:schemeClr val="dk1"/>
                </a:solidFill>
                <a:latin typeface="Roboto Light"/>
                <a:ea typeface="Roboto Light"/>
                <a:cs typeface="Roboto Light"/>
                <a:sym typeface="Roboto Light"/>
              </a:defRPr>
            </a:lvl6pPr>
            <a:lvl7pPr indent="0" lvl="6" marL="0" marR="0" rtl="0" algn="r">
              <a:spcBef>
                <a:spcPts val="0"/>
              </a:spcBef>
              <a:buNone/>
              <a:defRPr b="0" i="0" sz="1200" u="none" cap="none" strike="noStrike">
                <a:solidFill>
                  <a:schemeClr val="dk1"/>
                </a:solidFill>
                <a:latin typeface="Roboto Light"/>
                <a:ea typeface="Roboto Light"/>
                <a:cs typeface="Roboto Light"/>
                <a:sym typeface="Roboto Light"/>
              </a:defRPr>
            </a:lvl7pPr>
            <a:lvl8pPr indent="0" lvl="7" marL="0" marR="0" rtl="0" algn="r">
              <a:spcBef>
                <a:spcPts val="0"/>
              </a:spcBef>
              <a:buNone/>
              <a:defRPr b="0" i="0" sz="1200" u="none" cap="none" strike="noStrike">
                <a:solidFill>
                  <a:schemeClr val="dk1"/>
                </a:solidFill>
                <a:latin typeface="Roboto Light"/>
                <a:ea typeface="Roboto Light"/>
                <a:cs typeface="Roboto Light"/>
                <a:sym typeface="Roboto Light"/>
              </a:defRPr>
            </a:lvl8pPr>
            <a:lvl9pPr indent="0" lvl="8" marL="0" marR="0" rtl="0" algn="r">
              <a:spcBef>
                <a:spcPts val="0"/>
              </a:spcBef>
              <a:buNone/>
              <a:defRPr b="0" i="0" sz="1200" u="none" cap="none" strike="noStrike">
                <a:solidFill>
                  <a:schemeClr val="dk1"/>
                </a:solidFill>
                <a:latin typeface="Roboto Light"/>
                <a:ea typeface="Roboto Light"/>
                <a:cs typeface="Roboto Light"/>
                <a:sym typeface="Roboto Light"/>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0.png"/><Relationship Id="rId4" Type="http://schemas.openxmlformats.org/officeDocument/2006/relationships/image" Target="../media/image11.png"/><Relationship Id="rId5" Type="http://schemas.openxmlformats.org/officeDocument/2006/relationships/image" Target="../media/image19.png"/><Relationship Id="rId6"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3.png"/><Relationship Id="rId4" Type="http://schemas.openxmlformats.org/officeDocument/2006/relationships/image" Target="../media/image21.png"/><Relationship Id="rId5" Type="http://schemas.openxmlformats.org/officeDocument/2006/relationships/image" Target="../media/image12.png"/><Relationship Id="rId6"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hyperlink" Target="https://qol.eortc.org/questionnaires/core/eortc-qlq-c30/" TargetMode="External"/><Relationship Id="rId5" Type="http://schemas.openxmlformats.org/officeDocument/2006/relationships/image" Target="../media/image24.png"/><Relationship Id="rId6" Type="http://schemas.openxmlformats.org/officeDocument/2006/relationships/image" Target="../media/image19.png"/><Relationship Id="rId7" Type="http://schemas.openxmlformats.org/officeDocument/2006/relationships/image" Target="../media/image33.png"/><Relationship Id="rId8" Type="http://schemas.openxmlformats.org/officeDocument/2006/relationships/image" Target="../media/image30.png"/><Relationship Id="rId11" Type="http://schemas.openxmlformats.org/officeDocument/2006/relationships/hyperlink" Target="https://www.esmo.org/guidelines" TargetMode="External"/><Relationship Id="rId10" Type="http://schemas.openxmlformats.org/officeDocument/2006/relationships/hyperlink" Target="https://healthcaredelivery.cancer.gov/pro-ctca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7.png"/><Relationship Id="rId4" Type="http://schemas.openxmlformats.org/officeDocument/2006/relationships/image" Target="../media/image26.png"/><Relationship Id="rId9" Type="http://schemas.openxmlformats.org/officeDocument/2006/relationships/hyperlink" Target="https://www.snomed.org/" TargetMode="External"/><Relationship Id="rId5" Type="http://schemas.openxmlformats.org/officeDocument/2006/relationships/hyperlink" Target="https://hl7.org/fhir/R4/" TargetMode="External"/><Relationship Id="rId6" Type="http://schemas.openxmlformats.org/officeDocument/2006/relationships/hyperlink" Target="https://hl7.org/fhir/us/mcode/" TargetMode="External"/><Relationship Id="rId7" Type="http://schemas.openxmlformats.org/officeDocument/2006/relationships/hyperlink" Target="https://hl7.eu/fhir/cancer-common/" TargetMode="External"/><Relationship Id="rId8" Type="http://schemas.openxmlformats.org/officeDocument/2006/relationships/hyperlink" Target="https://loinc.org/" TargetMode="External"/><Relationship Id="rId10" Type="http://schemas.openxmlformats.org/officeDocument/2006/relationships/hyperlink" Target="https://health.ec.europa.eu/ehealth-digital-health-and-care/european-health-data-space-regulation-ehds_e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chart" Target="../charts/chart1.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3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1.png"/><Relationship Id="rId5" Type="http://schemas.openxmlformats.org/officeDocument/2006/relationships/image" Target="../media/image26.png"/><Relationship Id="rId6"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hl7.org/fhir/R4/" TargetMode="External"/><Relationship Id="rId4" Type="http://schemas.openxmlformats.org/officeDocument/2006/relationships/hyperlink" Target="https://hl7.org/fhir/us/mcode/" TargetMode="External"/><Relationship Id="rId9" Type="http://schemas.openxmlformats.org/officeDocument/2006/relationships/hyperlink" Target="https://qol.eortc.org/questionnaires/core/eortc-qlq-c30/" TargetMode="External"/><Relationship Id="rId5" Type="http://schemas.openxmlformats.org/officeDocument/2006/relationships/hyperlink" Target="https://hl7.eu/fhir/cancer-common/" TargetMode="External"/><Relationship Id="rId6" Type="http://schemas.openxmlformats.org/officeDocument/2006/relationships/hyperlink" Target="https://hl7.org/fhir/uv/ips/" TargetMode="External"/><Relationship Id="rId7" Type="http://schemas.openxmlformats.org/officeDocument/2006/relationships/hyperlink" Target="https://health.ec.europa.eu/ehealth-digital-health-and-care/european-health-data-space-regulation-ehds_en" TargetMode="External"/><Relationship Id="rId8" Type="http://schemas.openxmlformats.org/officeDocument/2006/relationships/hyperlink" Target="https://recist.eortc.org/" TargetMode="External"/><Relationship Id="rId11" Type="http://schemas.openxmlformats.org/officeDocument/2006/relationships/hyperlink" Target="https://www.esmo.org/guidelines" TargetMode="External"/><Relationship Id="rId10" Type="http://schemas.openxmlformats.org/officeDocument/2006/relationships/hyperlink" Target="https://healthcaredelivery.cancer.gov/pro-ctca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3" name="Shape 1413"/>
        <p:cNvGrpSpPr/>
        <p:nvPr/>
      </p:nvGrpSpPr>
      <p:grpSpPr>
        <a:xfrm>
          <a:off x="0" y="0"/>
          <a:ext cx="0" cy="0"/>
          <a:chOff x="0" y="0"/>
          <a:chExt cx="0" cy="0"/>
        </a:xfrm>
      </p:grpSpPr>
      <p:sp>
        <p:nvSpPr>
          <p:cNvPr id="1414" name="Google Shape;1414;p1"/>
          <p:cNvSpPr txBox="1"/>
          <p:nvPr>
            <p:ph idx="1" type="body"/>
          </p:nvPr>
        </p:nvSpPr>
        <p:spPr>
          <a:xfrm>
            <a:off x="3162300" y="4630680"/>
            <a:ext cx="6694788" cy="390081"/>
          </a:xfrm>
          <a:prstGeom prst="rect">
            <a:avLst/>
          </a:prstGeom>
          <a:noFill/>
          <a:ln>
            <a:noFill/>
          </a:ln>
        </p:spPr>
        <p:txBody>
          <a:bodyPr anchorCtr="0" anchor="ctr" bIns="0" lIns="0" spcFirstLastPara="1" rIns="0" wrap="square" tIns="0">
            <a:normAutofit/>
          </a:bodyPr>
          <a:lstStyle/>
          <a:p>
            <a:pPr indent="0" lvl="0" marL="0" rtl="0" algn="l">
              <a:lnSpc>
                <a:spcPct val="95000"/>
              </a:lnSpc>
              <a:spcBef>
                <a:spcPts val="0"/>
              </a:spcBef>
              <a:spcAft>
                <a:spcPts val="0"/>
              </a:spcAft>
              <a:buSzPts val="2000"/>
              <a:buNone/>
            </a:pPr>
            <a:r>
              <a:rPr lang="en-US"/>
              <a:t>Praha, 16.–18. října 2026</a:t>
            </a:r>
            <a:endParaRPr/>
          </a:p>
        </p:txBody>
      </p:sp>
      <p:sp>
        <p:nvSpPr>
          <p:cNvPr id="1415" name="Google Shape;1415;p1"/>
          <p:cNvSpPr txBox="1"/>
          <p:nvPr>
            <p:ph type="title"/>
          </p:nvPr>
        </p:nvSpPr>
        <p:spPr>
          <a:xfrm>
            <a:off x="3162299" y="2919774"/>
            <a:ext cx="6858001" cy="1674562"/>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rgbClr val="000000"/>
              </a:buClr>
              <a:buSzPts val="4000"/>
              <a:buFont typeface="Roboto Black"/>
              <a:buNone/>
            </a:pPr>
            <a:r>
              <a:rPr b="0" lang="en-US" sz="4000"/>
              <a:t>MDT Copilot </a:t>
            </a:r>
            <a:br>
              <a:rPr b="0" lang="en-US" sz="4400"/>
            </a:br>
            <a:r>
              <a:rPr b="0" lang="en-US" sz="3200">
                <a:latin typeface="Roboto Light"/>
                <a:ea typeface="Roboto Light"/>
                <a:cs typeface="Roboto Light"/>
                <a:sym typeface="Roboto Light"/>
              </a:rPr>
              <a:t>AI asistent pro onkologické konzilium </a:t>
            </a:r>
            <a:br>
              <a:rPr b="0" lang="en-US" sz="3200">
                <a:latin typeface="Roboto Light"/>
                <a:ea typeface="Roboto Light"/>
                <a:cs typeface="Roboto Light"/>
                <a:sym typeface="Roboto Light"/>
              </a:rPr>
            </a:br>
            <a:r>
              <a:rPr b="0" lang="en-US" sz="2000">
                <a:latin typeface="Roboto Light"/>
                <a:ea typeface="Roboto Light"/>
                <a:cs typeface="Roboto Light"/>
                <a:sym typeface="Roboto Light"/>
              </a:rPr>
              <a:t>Soutěžní zadání Asseco Central Europe  |  Rackathon</a:t>
            </a:r>
            <a:endParaRPr b="0" sz="4400">
              <a:latin typeface="Roboto Light"/>
              <a:ea typeface="Roboto Light"/>
              <a:cs typeface="Roboto Light"/>
              <a:sym typeface="Roboto Light"/>
            </a:endParaRPr>
          </a:p>
        </p:txBody>
      </p:sp>
      <p:pic>
        <p:nvPicPr>
          <p:cNvPr id="1416" name="Google Shape;1416;p1"/>
          <p:cNvPicPr preferRelativeResize="0"/>
          <p:nvPr>
            <p:ph idx="2" type="pic"/>
          </p:nvPr>
        </p:nvPicPr>
        <p:blipFill rotWithShape="1">
          <a:blip r:embed="rId3">
            <a:alphaModFix/>
          </a:blip>
          <a:srcRect b="5000" l="0" r="0" t="5000"/>
          <a:stretch/>
        </p:blipFill>
        <p:spPr>
          <a:xfrm>
            <a:off x="0" y="0"/>
            <a:ext cx="12191999" cy="6858000"/>
          </a:xfrm>
          <a:prstGeom prst="rect">
            <a:avLst/>
          </a:prstGeom>
          <a:solidFill>
            <a:srgbClr val="DCDEDE"/>
          </a:solid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1" name="Shape 1421"/>
        <p:cNvGrpSpPr/>
        <p:nvPr/>
      </p:nvGrpSpPr>
      <p:grpSpPr>
        <a:xfrm>
          <a:off x="0" y="0"/>
          <a:ext cx="0" cy="0"/>
          <a:chOff x="0" y="0"/>
          <a:chExt cx="0" cy="0"/>
        </a:xfrm>
      </p:grpSpPr>
      <p:sp>
        <p:nvSpPr>
          <p:cNvPr id="1422" name="Google Shape;1422;p2"/>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423" name="Google Shape;1423;p2"/>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00000"/>
              </a:buClr>
              <a:buSzPts val="4000"/>
              <a:buFont typeface="Roboto Medium"/>
              <a:buNone/>
            </a:pPr>
            <a:r>
              <a:rPr lang="en-US"/>
              <a:t>Co je MDT a proč na něm záleží</a:t>
            </a:r>
            <a:endParaRPr>
              <a:solidFill>
                <a:schemeClr val="dk1"/>
              </a:solidFill>
              <a:latin typeface="Roboto Light"/>
              <a:ea typeface="Roboto Light"/>
              <a:cs typeface="Roboto Light"/>
              <a:sym typeface="Roboto Light"/>
            </a:endParaRPr>
          </a:p>
        </p:txBody>
      </p:sp>
      <p:sp>
        <p:nvSpPr>
          <p:cNvPr id="1424" name="Google Shape;1424;p2"/>
          <p:cNvSpPr/>
          <p:nvPr/>
        </p:nvSpPr>
        <p:spPr>
          <a:xfrm>
            <a:off x="523874" y="1834894"/>
            <a:ext cx="4365643" cy="3986680"/>
          </a:xfrm>
          <a:prstGeom prst="roundRect">
            <a:avLst>
              <a:gd fmla="val 3566" name="adj"/>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400">
              <a:solidFill>
                <a:schemeClr val="lt1"/>
              </a:solidFill>
              <a:latin typeface="Roboto Light"/>
              <a:ea typeface="Roboto Light"/>
              <a:cs typeface="Roboto Light"/>
              <a:sym typeface="Roboto Light"/>
            </a:endParaRPr>
          </a:p>
        </p:txBody>
      </p:sp>
      <p:sp>
        <p:nvSpPr>
          <p:cNvPr id="1425" name="Google Shape;1425;p2"/>
          <p:cNvSpPr txBox="1"/>
          <p:nvPr/>
        </p:nvSpPr>
        <p:spPr>
          <a:xfrm>
            <a:off x="901336" y="1999817"/>
            <a:ext cx="2765788" cy="107721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4000">
                <a:solidFill>
                  <a:srgbClr val="FFFFFF"/>
                </a:solidFill>
                <a:latin typeface="Roboto Black"/>
                <a:ea typeface="Roboto Black"/>
                <a:cs typeface="Roboto Black"/>
                <a:sym typeface="Roboto Black"/>
              </a:rPr>
              <a:t>MDT</a:t>
            </a:r>
            <a:r>
              <a:rPr i="0" lang="en-US" sz="5400">
                <a:solidFill>
                  <a:srgbClr val="FFFFFF"/>
                </a:solidFill>
                <a:latin typeface="Roboto Black"/>
                <a:ea typeface="Roboto Black"/>
                <a:cs typeface="Roboto Black"/>
                <a:sym typeface="Roboto Black"/>
              </a:rPr>
              <a:t> </a:t>
            </a:r>
            <a:r>
              <a:rPr i="0" lang="en-US" sz="1600">
                <a:solidFill>
                  <a:srgbClr val="FFFFFF"/>
                </a:solidFill>
                <a:latin typeface="Roboto Black"/>
                <a:ea typeface="Roboto Black"/>
                <a:cs typeface="Roboto Black"/>
                <a:sym typeface="Roboto Black"/>
              </a:rPr>
              <a:t>= multidisciplinární tým</a:t>
            </a:r>
            <a:endParaRPr i="0" sz="5400">
              <a:solidFill>
                <a:srgbClr val="FFFFFF"/>
              </a:solidFill>
              <a:latin typeface="Roboto Black"/>
              <a:ea typeface="Roboto Black"/>
              <a:cs typeface="Roboto Black"/>
              <a:sym typeface="Roboto Black"/>
            </a:endParaRPr>
          </a:p>
        </p:txBody>
      </p:sp>
      <p:sp>
        <p:nvSpPr>
          <p:cNvPr id="1426" name="Google Shape;1426;p2"/>
          <p:cNvSpPr txBox="1"/>
          <p:nvPr/>
        </p:nvSpPr>
        <p:spPr>
          <a:xfrm>
            <a:off x="901336" y="3246008"/>
            <a:ext cx="3713335" cy="229293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FFFFFF"/>
                </a:solidFill>
                <a:latin typeface="Roboto Light"/>
                <a:ea typeface="Roboto Light"/>
                <a:cs typeface="Roboto Light"/>
                <a:sym typeface="Roboto Light"/>
              </a:rPr>
              <a:t>Pravidelná porada lékařů různých oborů (v Česku též „indikační onkologická komise“), kteří společně rozhodnou, jak léčit konkrétního pacienta s nádorovým onemocněním – operací, léky, ozařováním, nebo jejich kombinací.</a:t>
            </a:r>
            <a:endParaRPr/>
          </a:p>
          <a:p>
            <a:pPr indent="0" lvl="0" marL="0" marR="0" rtl="0" algn="l">
              <a:spcBef>
                <a:spcPts val="600"/>
              </a:spcBef>
              <a:spcAft>
                <a:spcPts val="0"/>
              </a:spcAft>
              <a:buNone/>
            </a:pPr>
            <a:r>
              <a:rPr b="0" i="1" lang="en-US" sz="1600">
                <a:solidFill>
                  <a:srgbClr val="FFFFFF"/>
                </a:solidFill>
                <a:latin typeface="Roboto Light"/>
                <a:ea typeface="Roboto Light"/>
                <a:cs typeface="Roboto Light"/>
                <a:sym typeface="Roboto Light"/>
              </a:rPr>
              <a:t>Proč společně? Žádný obor sám nevidí celý obraz – a špatně zvolené pořadí léčby se těžko napravuje.</a:t>
            </a:r>
            <a:endParaRPr/>
          </a:p>
        </p:txBody>
      </p:sp>
      <p:sp>
        <p:nvSpPr>
          <p:cNvPr id="1427" name="Google Shape;1427;p2"/>
          <p:cNvSpPr/>
          <p:nvPr/>
        </p:nvSpPr>
        <p:spPr>
          <a:xfrm>
            <a:off x="5195697" y="1834894"/>
            <a:ext cx="6167628" cy="703532"/>
          </a:xfrm>
          <a:prstGeom prst="roundRect">
            <a:avLst>
              <a:gd fmla="val 15477"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428" name="Google Shape;1428;p2"/>
          <p:cNvSpPr/>
          <p:nvPr/>
        </p:nvSpPr>
        <p:spPr>
          <a:xfrm>
            <a:off x="5336403" y="1928698"/>
            <a:ext cx="515923" cy="515923"/>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stetho_w.png" id="1429" name="Google Shape;1429;p2"/>
          <p:cNvPicPr preferRelativeResize="0"/>
          <p:nvPr/>
        </p:nvPicPr>
        <p:blipFill rotWithShape="1">
          <a:blip r:embed="rId3">
            <a:alphaModFix/>
          </a:blip>
          <a:srcRect b="0" l="0" r="0" t="0"/>
          <a:stretch/>
        </p:blipFill>
        <p:spPr>
          <a:xfrm>
            <a:off x="5470543" y="2062838"/>
            <a:ext cx="247643" cy="247643"/>
          </a:xfrm>
          <a:prstGeom prst="rect">
            <a:avLst/>
          </a:prstGeom>
          <a:noFill/>
          <a:ln>
            <a:noFill/>
          </a:ln>
        </p:spPr>
      </p:pic>
      <p:sp>
        <p:nvSpPr>
          <p:cNvPr id="1430" name="Google Shape;1430;p2"/>
          <p:cNvSpPr txBox="1"/>
          <p:nvPr/>
        </p:nvSpPr>
        <p:spPr>
          <a:xfrm>
            <a:off x="6016484" y="2048162"/>
            <a:ext cx="1934712" cy="276999"/>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Klinický onkolog</a:t>
            </a:r>
            <a:endParaRPr/>
          </a:p>
        </p:txBody>
      </p:sp>
      <p:sp>
        <p:nvSpPr>
          <p:cNvPr id="1431" name="Google Shape;1431;p2"/>
          <p:cNvSpPr txBox="1"/>
          <p:nvPr/>
        </p:nvSpPr>
        <p:spPr>
          <a:xfrm>
            <a:off x="7939471" y="1999817"/>
            <a:ext cx="2842829" cy="4308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léčí léky – chemoterapií, imunoterapií, cílenou léčbou</a:t>
            </a:r>
            <a:endParaRPr/>
          </a:p>
        </p:txBody>
      </p:sp>
      <p:sp>
        <p:nvSpPr>
          <p:cNvPr id="1432" name="Google Shape;1432;p2"/>
          <p:cNvSpPr/>
          <p:nvPr/>
        </p:nvSpPr>
        <p:spPr>
          <a:xfrm>
            <a:off x="5195697" y="2655681"/>
            <a:ext cx="6167628" cy="703532"/>
          </a:xfrm>
          <a:prstGeom prst="roundRect">
            <a:avLst>
              <a:gd fmla="val 12769"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433" name="Google Shape;1433;p2"/>
          <p:cNvSpPr/>
          <p:nvPr/>
        </p:nvSpPr>
        <p:spPr>
          <a:xfrm>
            <a:off x="5336403" y="2749485"/>
            <a:ext cx="515923" cy="515923"/>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user_w.png" id="1434" name="Google Shape;1434;p2"/>
          <p:cNvPicPr preferRelativeResize="0"/>
          <p:nvPr/>
        </p:nvPicPr>
        <p:blipFill rotWithShape="1">
          <a:blip r:embed="rId4">
            <a:alphaModFix/>
          </a:blip>
          <a:srcRect b="0" l="0" r="0" t="0"/>
          <a:stretch/>
        </p:blipFill>
        <p:spPr>
          <a:xfrm>
            <a:off x="5470543" y="2883625"/>
            <a:ext cx="247643" cy="247643"/>
          </a:xfrm>
          <a:prstGeom prst="rect">
            <a:avLst/>
          </a:prstGeom>
          <a:noFill/>
          <a:ln>
            <a:noFill/>
          </a:ln>
        </p:spPr>
      </p:pic>
      <p:sp>
        <p:nvSpPr>
          <p:cNvPr id="1435" name="Google Shape;1435;p2"/>
          <p:cNvSpPr txBox="1"/>
          <p:nvPr/>
        </p:nvSpPr>
        <p:spPr>
          <a:xfrm>
            <a:off x="6016484" y="2868947"/>
            <a:ext cx="1934712" cy="276999"/>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Chirurg</a:t>
            </a:r>
            <a:endParaRPr/>
          </a:p>
        </p:txBody>
      </p:sp>
      <p:sp>
        <p:nvSpPr>
          <p:cNvPr id="1436" name="Google Shape;1436;p2"/>
          <p:cNvSpPr txBox="1"/>
          <p:nvPr/>
        </p:nvSpPr>
        <p:spPr>
          <a:xfrm>
            <a:off x="7939471" y="2820604"/>
            <a:ext cx="2842829" cy="430887"/>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posoudí, zda a jak lze nádor operací odstranit</a:t>
            </a:r>
            <a:endParaRPr/>
          </a:p>
        </p:txBody>
      </p:sp>
      <p:sp>
        <p:nvSpPr>
          <p:cNvPr id="1437" name="Google Shape;1437;p2"/>
          <p:cNvSpPr/>
          <p:nvPr/>
        </p:nvSpPr>
        <p:spPr>
          <a:xfrm>
            <a:off x="5195697" y="3476468"/>
            <a:ext cx="6167628" cy="703532"/>
          </a:xfrm>
          <a:prstGeom prst="roundRect">
            <a:avLst>
              <a:gd fmla="val 14123"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438" name="Google Shape;1438;p2"/>
          <p:cNvSpPr/>
          <p:nvPr/>
        </p:nvSpPr>
        <p:spPr>
          <a:xfrm>
            <a:off x="5336403" y="3570272"/>
            <a:ext cx="515923" cy="515923"/>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bolt_w.png" id="1439" name="Google Shape;1439;p2"/>
          <p:cNvPicPr preferRelativeResize="0"/>
          <p:nvPr/>
        </p:nvPicPr>
        <p:blipFill rotWithShape="1">
          <a:blip r:embed="rId5">
            <a:alphaModFix/>
          </a:blip>
          <a:srcRect b="0" l="0" r="0" t="0"/>
          <a:stretch/>
        </p:blipFill>
        <p:spPr>
          <a:xfrm>
            <a:off x="5470543" y="3704412"/>
            <a:ext cx="247643" cy="247643"/>
          </a:xfrm>
          <a:prstGeom prst="rect">
            <a:avLst/>
          </a:prstGeom>
          <a:noFill/>
          <a:ln>
            <a:noFill/>
          </a:ln>
        </p:spPr>
      </p:pic>
      <p:sp>
        <p:nvSpPr>
          <p:cNvPr id="1440" name="Google Shape;1440;p2"/>
          <p:cNvSpPr txBox="1"/>
          <p:nvPr/>
        </p:nvSpPr>
        <p:spPr>
          <a:xfrm>
            <a:off x="6016484" y="3689735"/>
            <a:ext cx="1934712" cy="276999"/>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Radiační onkolog</a:t>
            </a:r>
            <a:endParaRPr i="0" sz="1800">
              <a:solidFill>
                <a:srgbClr val="333333"/>
              </a:solidFill>
              <a:latin typeface="Roboto Medium"/>
              <a:ea typeface="Roboto Medium"/>
              <a:cs typeface="Roboto Medium"/>
              <a:sym typeface="Roboto Medium"/>
            </a:endParaRPr>
          </a:p>
        </p:txBody>
      </p:sp>
      <p:sp>
        <p:nvSpPr>
          <p:cNvPr id="1441" name="Google Shape;1441;p2"/>
          <p:cNvSpPr txBox="1"/>
          <p:nvPr/>
        </p:nvSpPr>
        <p:spPr>
          <a:xfrm>
            <a:off x="7939471" y="3749113"/>
            <a:ext cx="2842829" cy="21544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léčí ozařováním (radioterapií)</a:t>
            </a:r>
            <a:endParaRPr/>
          </a:p>
        </p:txBody>
      </p:sp>
      <p:sp>
        <p:nvSpPr>
          <p:cNvPr id="1442" name="Google Shape;1442;p2"/>
          <p:cNvSpPr/>
          <p:nvPr/>
        </p:nvSpPr>
        <p:spPr>
          <a:xfrm>
            <a:off x="5195697" y="4297254"/>
            <a:ext cx="6167628" cy="703532"/>
          </a:xfrm>
          <a:prstGeom prst="roundRect">
            <a:avLst>
              <a:gd fmla="val 11416"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443" name="Google Shape;1443;p2"/>
          <p:cNvSpPr/>
          <p:nvPr/>
        </p:nvSpPr>
        <p:spPr>
          <a:xfrm>
            <a:off x="5336403" y="4391058"/>
            <a:ext cx="515923" cy="515923"/>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search_w.png" id="1444" name="Google Shape;1444;p2"/>
          <p:cNvPicPr preferRelativeResize="0"/>
          <p:nvPr/>
        </p:nvPicPr>
        <p:blipFill rotWithShape="1">
          <a:blip r:embed="rId6">
            <a:alphaModFix/>
          </a:blip>
          <a:srcRect b="0" l="0" r="0" t="0"/>
          <a:stretch/>
        </p:blipFill>
        <p:spPr>
          <a:xfrm>
            <a:off x="5470543" y="4525199"/>
            <a:ext cx="247643" cy="247643"/>
          </a:xfrm>
          <a:prstGeom prst="rect">
            <a:avLst/>
          </a:prstGeom>
          <a:noFill/>
          <a:ln>
            <a:noFill/>
          </a:ln>
        </p:spPr>
      </p:pic>
      <p:sp>
        <p:nvSpPr>
          <p:cNvPr id="1445" name="Google Shape;1445;p2"/>
          <p:cNvSpPr txBox="1"/>
          <p:nvPr/>
        </p:nvSpPr>
        <p:spPr>
          <a:xfrm>
            <a:off x="6016484" y="4510522"/>
            <a:ext cx="1934712" cy="276999"/>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Radiolog</a:t>
            </a:r>
            <a:endParaRPr/>
          </a:p>
        </p:txBody>
      </p:sp>
      <p:sp>
        <p:nvSpPr>
          <p:cNvPr id="1446" name="Google Shape;1446;p2"/>
          <p:cNvSpPr txBox="1"/>
          <p:nvPr/>
        </p:nvSpPr>
        <p:spPr>
          <a:xfrm>
            <a:off x="7939471" y="4462179"/>
            <a:ext cx="2842829" cy="4308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čte snímky z CT, MRI a PET-CT – kde nádor je a jak se mění</a:t>
            </a:r>
            <a:endParaRPr/>
          </a:p>
        </p:txBody>
      </p:sp>
      <p:sp>
        <p:nvSpPr>
          <p:cNvPr id="1447" name="Google Shape;1447;p2"/>
          <p:cNvSpPr/>
          <p:nvPr/>
        </p:nvSpPr>
        <p:spPr>
          <a:xfrm>
            <a:off x="5195697" y="5118042"/>
            <a:ext cx="6167628" cy="703532"/>
          </a:xfrm>
          <a:prstGeom prst="roundRect">
            <a:avLst>
              <a:gd fmla="val 11416"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448" name="Google Shape;1448;p2"/>
          <p:cNvSpPr/>
          <p:nvPr/>
        </p:nvSpPr>
        <p:spPr>
          <a:xfrm>
            <a:off x="5336403" y="5211846"/>
            <a:ext cx="515923" cy="515923"/>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flask_w.png" id="1449" name="Google Shape;1449;p2"/>
          <p:cNvPicPr preferRelativeResize="0"/>
          <p:nvPr/>
        </p:nvPicPr>
        <p:blipFill rotWithShape="1">
          <a:blip r:embed="rId7">
            <a:alphaModFix/>
          </a:blip>
          <a:srcRect b="0" l="0" r="0" t="0"/>
          <a:stretch/>
        </p:blipFill>
        <p:spPr>
          <a:xfrm>
            <a:off x="5470543" y="5345986"/>
            <a:ext cx="247643" cy="247643"/>
          </a:xfrm>
          <a:prstGeom prst="rect">
            <a:avLst/>
          </a:prstGeom>
          <a:noFill/>
          <a:ln>
            <a:noFill/>
          </a:ln>
        </p:spPr>
      </p:pic>
      <p:sp>
        <p:nvSpPr>
          <p:cNvPr id="1450" name="Google Shape;1450;p2"/>
          <p:cNvSpPr txBox="1"/>
          <p:nvPr/>
        </p:nvSpPr>
        <p:spPr>
          <a:xfrm>
            <a:off x="6016484" y="5331309"/>
            <a:ext cx="1934712" cy="276999"/>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Patolog</a:t>
            </a:r>
            <a:endParaRPr/>
          </a:p>
        </p:txBody>
      </p:sp>
      <p:sp>
        <p:nvSpPr>
          <p:cNvPr id="1451" name="Google Shape;1451;p2"/>
          <p:cNvSpPr txBox="1"/>
          <p:nvPr/>
        </p:nvSpPr>
        <p:spPr>
          <a:xfrm>
            <a:off x="7939471" y="5254364"/>
            <a:ext cx="2842829" cy="430888"/>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pod mikroskopem určí typ nádoru ze vzorku tkáně (biopsie)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6" name="Shape 1456"/>
        <p:cNvGrpSpPr/>
        <p:nvPr/>
      </p:nvGrpSpPr>
      <p:grpSpPr>
        <a:xfrm>
          <a:off x="0" y="0"/>
          <a:ext cx="0" cy="0"/>
          <a:chOff x="0" y="0"/>
          <a:chExt cx="0" cy="0"/>
        </a:xfrm>
      </p:grpSpPr>
      <p:sp>
        <p:nvSpPr>
          <p:cNvPr id="1457" name="Google Shape;1457;p3"/>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458" name="Google Shape;1458;p3"/>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00000"/>
              </a:buClr>
              <a:buSzPts val="4000"/>
              <a:buFont typeface="Roboto Medium"/>
              <a:buNone/>
            </a:pPr>
            <a:r>
              <a:rPr lang="en-US"/>
              <a:t>Výzva: pár minut a roztroušená data</a:t>
            </a:r>
            <a:endParaRPr/>
          </a:p>
        </p:txBody>
      </p:sp>
      <p:sp>
        <p:nvSpPr>
          <p:cNvPr id="1459" name="Google Shape;1459;p3"/>
          <p:cNvSpPr/>
          <p:nvPr/>
        </p:nvSpPr>
        <p:spPr>
          <a:xfrm>
            <a:off x="450055" y="1781174"/>
            <a:ext cx="3623023" cy="3008952"/>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Roboto Light"/>
              <a:ea typeface="Roboto Light"/>
              <a:cs typeface="Roboto Light"/>
              <a:sym typeface="Roboto Light"/>
            </a:endParaRPr>
          </a:p>
        </p:txBody>
      </p:sp>
      <p:sp>
        <p:nvSpPr>
          <p:cNvPr id="1460" name="Google Shape;1460;p3"/>
          <p:cNvSpPr/>
          <p:nvPr/>
        </p:nvSpPr>
        <p:spPr>
          <a:xfrm>
            <a:off x="720247" y="2002240"/>
            <a:ext cx="614072" cy="614072"/>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Roboto Light"/>
              <a:ea typeface="Roboto Light"/>
              <a:cs typeface="Roboto Light"/>
              <a:sym typeface="Roboto Light"/>
            </a:endParaRPr>
          </a:p>
        </p:txBody>
      </p:sp>
      <p:pic>
        <p:nvPicPr>
          <p:cNvPr descr="clock_w.png" id="1461" name="Google Shape;1461;p3"/>
          <p:cNvPicPr preferRelativeResize="0"/>
          <p:nvPr/>
        </p:nvPicPr>
        <p:blipFill rotWithShape="1">
          <a:blip r:embed="rId3">
            <a:alphaModFix/>
          </a:blip>
          <a:srcRect b="0" l="0" r="0" t="0"/>
          <a:stretch/>
        </p:blipFill>
        <p:spPr>
          <a:xfrm>
            <a:off x="879905" y="2161899"/>
            <a:ext cx="294754" cy="294754"/>
          </a:xfrm>
          <a:prstGeom prst="rect">
            <a:avLst/>
          </a:prstGeom>
          <a:noFill/>
          <a:ln>
            <a:noFill/>
          </a:ln>
        </p:spPr>
      </p:pic>
      <p:sp>
        <p:nvSpPr>
          <p:cNvPr id="1462" name="Google Shape;1462;p3"/>
          <p:cNvSpPr txBox="1"/>
          <p:nvPr/>
        </p:nvSpPr>
        <p:spPr>
          <a:xfrm>
            <a:off x="720247" y="2702282"/>
            <a:ext cx="3082640" cy="61555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4000">
                <a:solidFill>
                  <a:srgbClr val="3A9D8A"/>
                </a:solidFill>
                <a:latin typeface="Roboto Medium"/>
                <a:ea typeface="Roboto Medium"/>
                <a:cs typeface="Roboto Medium"/>
                <a:sym typeface="Roboto Medium"/>
              </a:rPr>
              <a:t>3–5 min</a:t>
            </a:r>
            <a:endParaRPr/>
          </a:p>
        </p:txBody>
      </p:sp>
      <p:sp>
        <p:nvSpPr>
          <p:cNvPr id="1463" name="Google Shape;1463;p3"/>
          <p:cNvSpPr txBox="1"/>
          <p:nvPr/>
        </p:nvSpPr>
        <p:spPr>
          <a:xfrm>
            <a:off x="720247" y="3439168"/>
            <a:ext cx="308264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00">
                <a:solidFill>
                  <a:srgbClr val="333333"/>
                </a:solidFill>
                <a:latin typeface="Roboto Medium"/>
                <a:ea typeface="Roboto Medium"/>
                <a:cs typeface="Roboto Medium"/>
                <a:sym typeface="Roboto Medium"/>
              </a:rPr>
              <a:t>na projednání jednoho pacienta</a:t>
            </a:r>
            <a:endParaRPr/>
          </a:p>
        </p:txBody>
      </p:sp>
      <p:sp>
        <p:nvSpPr>
          <p:cNvPr id="1464" name="Google Shape;1464;p3"/>
          <p:cNvSpPr txBox="1"/>
          <p:nvPr/>
        </p:nvSpPr>
        <p:spPr>
          <a:xfrm>
            <a:off x="720247" y="3832174"/>
            <a:ext cx="308264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Za tu dobu se musí všichni zorientovat v často mnohaleté historii nemoci.</a:t>
            </a:r>
            <a:endParaRPr/>
          </a:p>
        </p:txBody>
      </p:sp>
      <p:sp>
        <p:nvSpPr>
          <p:cNvPr id="1465" name="Google Shape;1465;p3"/>
          <p:cNvSpPr/>
          <p:nvPr/>
        </p:nvSpPr>
        <p:spPr>
          <a:xfrm>
            <a:off x="4294144" y="1781174"/>
            <a:ext cx="3623023" cy="3008952"/>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Roboto Light"/>
              <a:ea typeface="Roboto Light"/>
              <a:cs typeface="Roboto Light"/>
              <a:sym typeface="Roboto Light"/>
            </a:endParaRPr>
          </a:p>
        </p:txBody>
      </p:sp>
      <p:sp>
        <p:nvSpPr>
          <p:cNvPr id="1466" name="Google Shape;1466;p3"/>
          <p:cNvSpPr/>
          <p:nvPr/>
        </p:nvSpPr>
        <p:spPr>
          <a:xfrm>
            <a:off x="4564335" y="2002240"/>
            <a:ext cx="614072" cy="614072"/>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Roboto Light"/>
              <a:ea typeface="Roboto Light"/>
              <a:cs typeface="Roboto Light"/>
              <a:sym typeface="Roboto Light"/>
            </a:endParaRPr>
          </a:p>
        </p:txBody>
      </p:sp>
      <p:pic>
        <p:nvPicPr>
          <p:cNvPr descr="file_w.png" id="1467" name="Google Shape;1467;p3"/>
          <p:cNvPicPr preferRelativeResize="0"/>
          <p:nvPr/>
        </p:nvPicPr>
        <p:blipFill rotWithShape="1">
          <a:blip r:embed="rId4">
            <a:alphaModFix/>
          </a:blip>
          <a:srcRect b="0" l="0" r="0" t="0"/>
          <a:stretch/>
        </p:blipFill>
        <p:spPr>
          <a:xfrm>
            <a:off x="4723994" y="2161899"/>
            <a:ext cx="294754" cy="294754"/>
          </a:xfrm>
          <a:prstGeom prst="rect">
            <a:avLst/>
          </a:prstGeom>
          <a:noFill/>
          <a:ln>
            <a:noFill/>
          </a:ln>
        </p:spPr>
      </p:pic>
      <p:sp>
        <p:nvSpPr>
          <p:cNvPr id="1468" name="Google Shape;1468;p3"/>
          <p:cNvSpPr txBox="1"/>
          <p:nvPr/>
        </p:nvSpPr>
        <p:spPr>
          <a:xfrm>
            <a:off x="4564335" y="2702282"/>
            <a:ext cx="3082640" cy="61555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4000">
                <a:solidFill>
                  <a:srgbClr val="3A9D8A"/>
                </a:solidFill>
                <a:latin typeface="Roboto Medium"/>
                <a:ea typeface="Roboto Medium"/>
                <a:cs typeface="Roboto Medium"/>
                <a:sym typeface="Roboto Medium"/>
              </a:rPr>
              <a:t>Ručně</a:t>
            </a:r>
            <a:endParaRPr/>
          </a:p>
        </p:txBody>
      </p:sp>
      <p:sp>
        <p:nvSpPr>
          <p:cNvPr id="1469" name="Google Shape;1469;p3"/>
          <p:cNvSpPr txBox="1"/>
          <p:nvPr/>
        </p:nvSpPr>
        <p:spPr>
          <a:xfrm>
            <a:off x="4564335" y="3439168"/>
            <a:ext cx="308264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00">
                <a:solidFill>
                  <a:srgbClr val="333333"/>
                </a:solidFill>
                <a:latin typeface="Roboto Medium"/>
                <a:ea typeface="Roboto Medium"/>
                <a:cs typeface="Roboto Medium"/>
                <a:sym typeface="Roboto Medium"/>
              </a:rPr>
              <a:t>dohledávají lékaři informace</a:t>
            </a:r>
            <a:endParaRPr/>
          </a:p>
        </p:txBody>
      </p:sp>
      <p:sp>
        <p:nvSpPr>
          <p:cNvPr id="1470" name="Google Shape;1470;p3"/>
          <p:cNvSpPr txBox="1"/>
          <p:nvPr/>
        </p:nvSpPr>
        <p:spPr>
          <a:xfrm>
            <a:off x="4564335" y="3832174"/>
            <a:ext cx="3082640" cy="64633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Nálezy v eZdraví (elektronické zdravotnictví) jsou volný text bez struktury – nic se nesčítá samo.</a:t>
            </a:r>
            <a:endParaRPr/>
          </a:p>
        </p:txBody>
      </p:sp>
      <p:sp>
        <p:nvSpPr>
          <p:cNvPr id="1471" name="Google Shape;1471;p3"/>
          <p:cNvSpPr/>
          <p:nvPr/>
        </p:nvSpPr>
        <p:spPr>
          <a:xfrm>
            <a:off x="8138233" y="1781174"/>
            <a:ext cx="3623023" cy="3008952"/>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Roboto Light"/>
              <a:ea typeface="Roboto Light"/>
              <a:cs typeface="Roboto Light"/>
              <a:sym typeface="Roboto Light"/>
            </a:endParaRPr>
          </a:p>
        </p:txBody>
      </p:sp>
      <p:sp>
        <p:nvSpPr>
          <p:cNvPr id="1472" name="Google Shape;1472;p3"/>
          <p:cNvSpPr/>
          <p:nvPr/>
        </p:nvSpPr>
        <p:spPr>
          <a:xfrm>
            <a:off x="8408424" y="2002240"/>
            <a:ext cx="614072" cy="614072"/>
          </a:xfrm>
          <a:prstGeom prst="ellipse">
            <a:avLst/>
          </a:prstGeom>
          <a:solidFill>
            <a:srgbClr val="BF26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Roboto Light"/>
              <a:ea typeface="Roboto Light"/>
              <a:cs typeface="Roboto Light"/>
              <a:sym typeface="Roboto Light"/>
            </a:endParaRPr>
          </a:p>
        </p:txBody>
      </p:sp>
      <p:pic>
        <p:nvPicPr>
          <p:cNvPr descr="poll_w.png" id="1473" name="Google Shape;1473;p3"/>
          <p:cNvPicPr preferRelativeResize="0"/>
          <p:nvPr/>
        </p:nvPicPr>
        <p:blipFill rotWithShape="1">
          <a:blip r:embed="rId5">
            <a:alphaModFix/>
          </a:blip>
          <a:srcRect b="0" l="0" r="0" t="0"/>
          <a:stretch/>
        </p:blipFill>
        <p:spPr>
          <a:xfrm>
            <a:off x="8568083" y="2161899"/>
            <a:ext cx="294754" cy="294754"/>
          </a:xfrm>
          <a:prstGeom prst="rect">
            <a:avLst/>
          </a:prstGeom>
          <a:noFill/>
          <a:ln>
            <a:noFill/>
          </a:ln>
        </p:spPr>
      </p:pic>
      <p:sp>
        <p:nvSpPr>
          <p:cNvPr id="1474" name="Google Shape;1474;p3"/>
          <p:cNvSpPr txBox="1"/>
          <p:nvPr/>
        </p:nvSpPr>
        <p:spPr>
          <a:xfrm>
            <a:off x="8408424" y="2702282"/>
            <a:ext cx="3082640" cy="61555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4000">
                <a:solidFill>
                  <a:srgbClr val="BF2600"/>
                </a:solidFill>
                <a:latin typeface="Roboto Medium"/>
                <a:ea typeface="Roboto Medium"/>
                <a:cs typeface="Roboto Medium"/>
                <a:sym typeface="Roboto Medium"/>
              </a:rPr>
              <a:t>Chybí</a:t>
            </a:r>
            <a:endParaRPr/>
          </a:p>
        </p:txBody>
      </p:sp>
      <p:sp>
        <p:nvSpPr>
          <p:cNvPr id="1475" name="Google Shape;1475;p3"/>
          <p:cNvSpPr txBox="1"/>
          <p:nvPr/>
        </p:nvSpPr>
        <p:spPr>
          <a:xfrm>
            <a:off x="8408424" y="3439168"/>
            <a:ext cx="308264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00">
                <a:solidFill>
                  <a:srgbClr val="333333"/>
                </a:solidFill>
                <a:latin typeface="Roboto Medium"/>
                <a:ea typeface="Roboto Medium"/>
                <a:cs typeface="Roboto Medium"/>
                <a:sym typeface="Roboto Medium"/>
              </a:rPr>
              <a:t>hlas pacienta</a:t>
            </a:r>
            <a:endParaRPr/>
          </a:p>
        </p:txBody>
      </p:sp>
      <p:sp>
        <p:nvSpPr>
          <p:cNvPr id="1476" name="Google Shape;1476;p3"/>
          <p:cNvSpPr txBox="1"/>
          <p:nvPr/>
        </p:nvSpPr>
        <p:spPr>
          <a:xfrm>
            <a:off x="8408424" y="3832174"/>
            <a:ext cx="3082640" cy="64633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Jak se pacient cítí (bolest, únava, psychika), vyplňuje do dotazníku – ten ale na komisi často není propojený.</a:t>
            </a:r>
            <a:endParaRPr/>
          </a:p>
        </p:txBody>
      </p:sp>
      <p:sp>
        <p:nvSpPr>
          <p:cNvPr id="1477" name="Google Shape;1477;p3"/>
          <p:cNvSpPr/>
          <p:nvPr/>
        </p:nvSpPr>
        <p:spPr>
          <a:xfrm>
            <a:off x="450055" y="4998910"/>
            <a:ext cx="11311201" cy="982515"/>
          </a:xfrm>
          <a:prstGeom prst="roundRect">
            <a:avLst>
              <a:gd fmla="val 6000" name="adj"/>
            </a:avLst>
          </a:prstGeom>
          <a:solidFill>
            <a:srgbClr val="F2F2F2"/>
          </a:solidFill>
          <a:ln>
            <a:noFill/>
          </a:ln>
        </p:spPr>
        <p:txBody>
          <a:bodyPr anchorCtr="0" anchor="ctr" bIns="164575" lIns="164575" spcFirstLastPara="1" rIns="164575" wrap="square" tIns="164575">
            <a:noAutofit/>
          </a:bodyPr>
          <a:lstStyle/>
          <a:p>
            <a:pPr indent="0" lvl="0" marL="0" marR="0" rtl="0" algn="l">
              <a:spcBef>
                <a:spcPts val="0"/>
              </a:spcBef>
              <a:spcAft>
                <a:spcPts val="0"/>
              </a:spcAft>
              <a:buNone/>
            </a:pPr>
            <a:r>
              <a:rPr i="0" lang="en-US" sz="1800">
                <a:solidFill>
                  <a:srgbClr val="3A9D8A"/>
                </a:solidFill>
                <a:latin typeface="Roboto Medium"/>
                <a:ea typeface="Roboto Medium"/>
                <a:cs typeface="Roboto Medium"/>
                <a:sym typeface="Roboto Medium"/>
              </a:rPr>
              <a:t>MDT je proces ve 3 fázích:</a:t>
            </a:r>
            <a:r>
              <a:rPr i="0" lang="en-US" sz="1800">
                <a:solidFill>
                  <a:srgbClr val="129DCD"/>
                </a:solidFill>
                <a:latin typeface="Roboto Medium"/>
                <a:ea typeface="Roboto Medium"/>
                <a:cs typeface="Roboto Medium"/>
                <a:sym typeface="Roboto Medium"/>
              </a:rPr>
              <a:t>  </a:t>
            </a:r>
            <a:r>
              <a:rPr i="0" lang="en-US" sz="1800">
                <a:solidFill>
                  <a:srgbClr val="333333"/>
                </a:solidFill>
                <a:latin typeface="Roboto Medium"/>
                <a:ea typeface="Roboto Medium"/>
                <a:cs typeface="Roboto Medium"/>
                <a:sym typeface="Roboto Medium"/>
              </a:rPr>
              <a:t>před zasedáním</a:t>
            </a:r>
            <a:r>
              <a:rPr i="0" lang="en-US" sz="1600">
                <a:solidFill>
                  <a:srgbClr val="333333"/>
                </a:solidFill>
                <a:latin typeface="Roboto Medium"/>
                <a:ea typeface="Roboto Medium"/>
                <a:cs typeface="Roboto Medium"/>
                <a:sym typeface="Roboto Medium"/>
              </a:rPr>
              <a:t> </a:t>
            </a:r>
            <a:r>
              <a:rPr b="0" i="0" lang="en-US" sz="1600">
                <a:solidFill>
                  <a:srgbClr val="333333"/>
                </a:solidFill>
                <a:latin typeface="Roboto Light"/>
                <a:ea typeface="Roboto Light"/>
                <a:cs typeface="Roboto Light"/>
                <a:sym typeface="Roboto Light"/>
              </a:rPr>
              <a:t>(lékař nominuje pacienta s konkrétní otázkou, kontroluje se úplnost podkladů)  →  </a:t>
            </a:r>
            <a:r>
              <a:rPr i="0" lang="en-US" sz="1800">
                <a:solidFill>
                  <a:srgbClr val="333333"/>
                </a:solidFill>
                <a:latin typeface="Roboto Medium"/>
                <a:ea typeface="Roboto Medium"/>
                <a:cs typeface="Roboto Medium"/>
                <a:sym typeface="Roboto Medium"/>
              </a:rPr>
              <a:t>během</a:t>
            </a:r>
            <a:r>
              <a:rPr b="0" i="0" lang="en-US" sz="1600">
                <a:solidFill>
                  <a:srgbClr val="333333"/>
                </a:solidFill>
                <a:latin typeface="Roboto Light"/>
                <a:ea typeface="Roboto Light"/>
                <a:cs typeface="Roboto Light"/>
                <a:sym typeface="Roboto Light"/>
              </a:rPr>
              <a:t> (diskuse a rozhodnutí)  →  </a:t>
            </a:r>
            <a:r>
              <a:rPr i="0" lang="en-US" sz="1800">
                <a:solidFill>
                  <a:srgbClr val="333333"/>
                </a:solidFill>
                <a:latin typeface="Roboto Medium"/>
                <a:ea typeface="Roboto Medium"/>
                <a:cs typeface="Roboto Medium"/>
                <a:sym typeface="Roboto Medium"/>
              </a:rPr>
              <a:t>po zasedání</a:t>
            </a:r>
            <a:r>
              <a:rPr i="0" lang="en-US" sz="1600">
                <a:solidFill>
                  <a:srgbClr val="333333"/>
                </a:solidFill>
                <a:latin typeface="Roboto Medium"/>
                <a:ea typeface="Roboto Medium"/>
                <a:cs typeface="Roboto Medium"/>
                <a:sym typeface="Roboto Medium"/>
              </a:rPr>
              <a:t> </a:t>
            </a:r>
            <a:r>
              <a:rPr b="0" i="0" lang="en-US" sz="1600">
                <a:solidFill>
                  <a:srgbClr val="333333"/>
                </a:solidFill>
                <a:latin typeface="Roboto Light"/>
                <a:ea typeface="Roboto Light"/>
                <a:cs typeface="Roboto Light"/>
                <a:sym typeface="Roboto Light"/>
              </a:rPr>
              <a:t>(úkoly, kontrola, opětovné posouzení).</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EDACE"/>
        </a:solidFill>
      </p:bgPr>
    </p:bg>
    <p:spTree>
      <p:nvGrpSpPr>
        <p:cNvPr id="1482" name="Shape 1482"/>
        <p:cNvGrpSpPr/>
        <p:nvPr/>
      </p:nvGrpSpPr>
      <p:grpSpPr>
        <a:xfrm>
          <a:off x="0" y="0"/>
          <a:ext cx="0" cy="0"/>
          <a:chOff x="0" y="0"/>
          <a:chExt cx="0" cy="0"/>
        </a:xfrm>
      </p:grpSpPr>
      <p:sp>
        <p:nvSpPr>
          <p:cNvPr id="1483" name="Google Shape;1483;p4"/>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grpSp>
        <p:nvGrpSpPr>
          <p:cNvPr id="1484" name="Google Shape;1484;p4"/>
          <p:cNvGrpSpPr/>
          <p:nvPr/>
        </p:nvGrpSpPr>
        <p:grpSpPr>
          <a:xfrm>
            <a:off x="-1811879" y="-3158571"/>
            <a:ext cx="13506463" cy="13780671"/>
            <a:chOff x="578727" y="-3405808"/>
            <a:chExt cx="13506463" cy="13780671"/>
          </a:xfrm>
        </p:grpSpPr>
        <p:sp>
          <p:nvSpPr>
            <p:cNvPr id="1485" name="Google Shape;1485;p4"/>
            <p:cNvSpPr/>
            <p:nvPr/>
          </p:nvSpPr>
          <p:spPr>
            <a:xfrm rot="-2524396">
              <a:off x="1781006" y="-1852610"/>
              <a:ext cx="7060296" cy="6303835"/>
            </a:xfrm>
            <a:prstGeom prst="rect">
              <a:avLst/>
            </a:prstGeom>
            <a:noFill/>
            <a:ln>
              <a:noFill/>
            </a:ln>
          </p:spPr>
        </p:sp>
        <p:sp>
          <p:nvSpPr>
            <p:cNvPr id="1486" name="Google Shape;1486;p4"/>
            <p:cNvSpPr/>
            <p:nvPr/>
          </p:nvSpPr>
          <p:spPr>
            <a:xfrm rot="8283744">
              <a:off x="5822568" y="2519048"/>
              <a:ext cx="7060296" cy="6303835"/>
            </a:xfrm>
            <a:prstGeom prst="rect">
              <a:avLst/>
            </a:prstGeom>
            <a:noFill/>
            <a:ln>
              <a:noFill/>
            </a:ln>
          </p:spPr>
        </p:sp>
        <p:sp>
          <p:nvSpPr>
            <p:cNvPr id="1487" name="Google Shape;1487;p4"/>
            <p:cNvSpPr/>
            <p:nvPr/>
          </p:nvSpPr>
          <p:spPr>
            <a:xfrm rot="-2513720">
              <a:off x="3766315" y="2320919"/>
              <a:ext cx="7147560" cy="2276336"/>
            </a:xfrm>
            <a:prstGeom prst="ellipse">
              <a:avLst/>
            </a:prstGeom>
            <a:solidFill>
              <a:schemeClr val="lt1">
                <a:alpha val="58039"/>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Roboto Light"/>
                <a:ea typeface="Roboto Light"/>
                <a:cs typeface="Roboto Light"/>
                <a:sym typeface="Roboto Light"/>
              </a:endParaRPr>
            </a:p>
          </p:txBody>
        </p:sp>
      </p:grpSp>
      <p:sp>
        <p:nvSpPr>
          <p:cNvPr id="1488" name="Google Shape;1488;p4"/>
          <p:cNvSpPr/>
          <p:nvPr/>
        </p:nvSpPr>
        <p:spPr>
          <a:xfrm rot="-2159298">
            <a:off x="3862358" y="-410794"/>
            <a:ext cx="7171590" cy="7171590"/>
          </a:xfrm>
          <a:prstGeom prst="rect">
            <a:avLst/>
          </a:prstGeom>
          <a:noFill/>
          <a:ln>
            <a:noFill/>
          </a:ln>
        </p:spPr>
      </p:sp>
      <p:sp>
        <p:nvSpPr>
          <p:cNvPr id="1489" name="Google Shape;1489;p4"/>
          <p:cNvSpPr txBox="1"/>
          <p:nvPr/>
        </p:nvSpPr>
        <p:spPr>
          <a:xfrm>
            <a:off x="1482897" y="1348106"/>
            <a:ext cx="6971032" cy="105259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lang="en-US" sz="7200">
                <a:solidFill>
                  <a:schemeClr val="dk1"/>
                </a:solidFill>
                <a:latin typeface="Roboto Black"/>
                <a:ea typeface="Roboto Black"/>
                <a:cs typeface="Roboto Black"/>
                <a:sym typeface="Roboto Black"/>
              </a:rPr>
              <a:t>Vaše MISE</a:t>
            </a:r>
            <a:endParaRPr/>
          </a:p>
        </p:txBody>
      </p:sp>
      <p:sp>
        <p:nvSpPr>
          <p:cNvPr id="1490" name="Google Shape;1490;p4"/>
          <p:cNvSpPr txBox="1"/>
          <p:nvPr/>
        </p:nvSpPr>
        <p:spPr>
          <a:xfrm>
            <a:off x="1482895" y="2468731"/>
            <a:ext cx="8761733" cy="172354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800">
                <a:solidFill>
                  <a:schemeClr val="dk1"/>
                </a:solidFill>
                <a:latin typeface="Roboto Medium"/>
                <a:ea typeface="Roboto Medium"/>
                <a:cs typeface="Roboto Medium"/>
                <a:sym typeface="Roboto Medium"/>
              </a:rPr>
              <a:t>Postavte funkční prototyp webové aplikace, která s pomocí AI spojí data pacienta, za pár sekund připraví přehledný podklad pro každého člena komise a na konci zapíše její rozhodnutí jako oficiální záznam.</a:t>
            </a:r>
            <a:endParaRPr/>
          </a:p>
        </p:txBody>
      </p:sp>
      <p:sp>
        <p:nvSpPr>
          <p:cNvPr id="1491" name="Google Shape;1491;p4"/>
          <p:cNvSpPr/>
          <p:nvPr/>
        </p:nvSpPr>
        <p:spPr>
          <a:xfrm>
            <a:off x="1376605" y="4546065"/>
            <a:ext cx="9286143" cy="1314449"/>
          </a:xfrm>
          <a:prstGeom prst="roundRect">
            <a:avLst>
              <a:gd fmla="val 16667" name="adj"/>
            </a:avLst>
          </a:prstGeom>
          <a:solidFill>
            <a:schemeClr val="lt1">
              <a:alpha val="58824"/>
            </a:schemeClr>
          </a:solidFill>
          <a:ln cap="flat" cmpd="sng" w="25400">
            <a:solidFill>
              <a:schemeClr val="lt1">
                <a:alpha val="43137"/>
              </a:schemeClr>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2400">
              <a:solidFill>
                <a:schemeClr val="dk1"/>
              </a:solidFill>
              <a:latin typeface="Roboto Light"/>
              <a:ea typeface="Roboto Light"/>
              <a:cs typeface="Roboto Light"/>
              <a:sym typeface="Roboto Light"/>
            </a:endParaRPr>
          </a:p>
        </p:txBody>
      </p:sp>
      <p:sp>
        <p:nvSpPr>
          <p:cNvPr id="1492" name="Google Shape;1492;p4"/>
          <p:cNvSpPr txBox="1"/>
          <p:nvPr/>
        </p:nvSpPr>
        <p:spPr>
          <a:xfrm>
            <a:off x="1784418" y="4894341"/>
            <a:ext cx="8245407" cy="61555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2000">
                <a:solidFill>
                  <a:srgbClr val="3A9D8A"/>
                </a:solidFill>
                <a:latin typeface="Roboto Medium"/>
                <a:ea typeface="Roboto Medium"/>
                <a:cs typeface="Roboto Medium"/>
                <a:sym typeface="Roboto Medium"/>
              </a:rPr>
              <a:t>Zlaté pravidlo: </a:t>
            </a:r>
            <a:r>
              <a:rPr lang="en-US" sz="2000">
                <a:solidFill>
                  <a:schemeClr val="dk1"/>
                </a:solidFill>
                <a:latin typeface="Roboto Light"/>
                <a:ea typeface="Roboto Light"/>
                <a:cs typeface="Roboto Light"/>
                <a:sym typeface="Roboto Light"/>
              </a:rPr>
              <a:t>AI připravuje, shrnuje, upozorňuje a navrhuje – rozhodují vždy lékaři. Odborně se tomu říká „human-in-the-loop“ (člověk ve smyčce).</a:t>
            </a:r>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84"/>
                                        </p:tgtEl>
                                        <p:attrNameLst>
                                          <p:attrName>style.visibility</p:attrName>
                                        </p:attrNameLst>
                                      </p:cBhvr>
                                      <p:to>
                                        <p:strVal val="visible"/>
                                      </p:to>
                                    </p:set>
                                    <p:animEffect filter="fade" transition="in">
                                      <p:cBhvr>
                                        <p:cTn dur="3000"/>
                                        <p:tgtEl>
                                          <p:spTgt spid="1484"/>
                                        </p:tgtEl>
                                      </p:cBhvr>
                                    </p:animEffect>
                                  </p:childTnLst>
                                </p:cTn>
                              </p:par>
                              <p:par>
                                <p:cTn fill="hold" nodeType="withEffect" presetClass="entr" presetID="10" presetSubtype="0">
                                  <p:stCondLst>
                                    <p:cond delay="0"/>
                                  </p:stCondLst>
                                  <p:childTnLst>
                                    <p:set>
                                      <p:cBhvr>
                                        <p:cTn dur="1" fill="hold">
                                          <p:stCondLst>
                                            <p:cond delay="0"/>
                                          </p:stCondLst>
                                        </p:cTn>
                                        <p:tgtEl>
                                          <p:spTgt spid="1488"/>
                                        </p:tgtEl>
                                        <p:attrNameLst>
                                          <p:attrName>style.visibility</p:attrName>
                                        </p:attrNameLst>
                                      </p:cBhvr>
                                      <p:to>
                                        <p:strVal val="visible"/>
                                      </p:to>
                                    </p:set>
                                    <p:animEffect filter="fade" transition="in">
                                      <p:cBhvr>
                                        <p:cTn dur="3000"/>
                                        <p:tgtEl>
                                          <p:spTgt spid="1488"/>
                                        </p:tgtEl>
                                      </p:cBhvr>
                                    </p:animEffect>
                                  </p:childTnLst>
                                </p:cTn>
                              </p:par>
                              <p:par>
                                <p:cTn fill="hold" nodeType="withEffect" presetClass="entr" presetID="10" presetSubtype="0">
                                  <p:stCondLst>
                                    <p:cond delay="0"/>
                                  </p:stCondLst>
                                  <p:childTnLst>
                                    <p:set>
                                      <p:cBhvr>
                                        <p:cTn dur="1" fill="hold">
                                          <p:stCondLst>
                                            <p:cond delay="0"/>
                                          </p:stCondLst>
                                        </p:cTn>
                                        <p:tgtEl>
                                          <p:spTgt spid="1489"/>
                                        </p:tgtEl>
                                        <p:attrNameLst>
                                          <p:attrName>style.visibility</p:attrName>
                                        </p:attrNameLst>
                                      </p:cBhvr>
                                      <p:to>
                                        <p:strVal val="visible"/>
                                      </p:to>
                                    </p:set>
                                    <p:animEffect filter="fade" transition="in">
                                      <p:cBhvr>
                                        <p:cTn dur="1000"/>
                                        <p:tgtEl>
                                          <p:spTgt spid="1489"/>
                                        </p:tgtEl>
                                      </p:cBhvr>
                                    </p:animEffect>
                                  </p:childTnLst>
                                </p:cTn>
                              </p:par>
                              <p:par>
                                <p:cTn fill="hold" nodeType="withEffect" presetClass="entr" presetID="10" presetSubtype="0">
                                  <p:stCondLst>
                                    <p:cond delay="750"/>
                                  </p:stCondLst>
                                  <p:childTnLst>
                                    <p:set>
                                      <p:cBhvr>
                                        <p:cTn dur="1" fill="hold">
                                          <p:stCondLst>
                                            <p:cond delay="0"/>
                                          </p:stCondLst>
                                        </p:cTn>
                                        <p:tgtEl>
                                          <p:spTgt spid="1490"/>
                                        </p:tgtEl>
                                        <p:attrNameLst>
                                          <p:attrName>style.visibility</p:attrName>
                                        </p:attrNameLst>
                                      </p:cBhvr>
                                      <p:to>
                                        <p:strVal val="visible"/>
                                      </p:to>
                                    </p:set>
                                    <p:animEffect filter="fade" transition="in">
                                      <p:cBhvr>
                                        <p:cTn dur="1000"/>
                                        <p:tgtEl>
                                          <p:spTgt spid="1490"/>
                                        </p:tgtEl>
                                      </p:cBhvr>
                                    </p:animEffect>
                                  </p:childTnLst>
                                </p:cTn>
                              </p:par>
                              <p:par>
                                <p:cTn fill="hold" nodeType="withEffect" presetClass="entr" presetID="10" presetSubtype="0">
                                  <p:stCondLst>
                                    <p:cond delay="2250"/>
                                  </p:stCondLst>
                                  <p:childTnLst>
                                    <p:set>
                                      <p:cBhvr>
                                        <p:cTn dur="1" fill="hold">
                                          <p:stCondLst>
                                            <p:cond delay="0"/>
                                          </p:stCondLst>
                                        </p:cTn>
                                        <p:tgtEl>
                                          <p:spTgt spid="1492"/>
                                        </p:tgtEl>
                                        <p:attrNameLst>
                                          <p:attrName>style.visibility</p:attrName>
                                        </p:attrNameLst>
                                      </p:cBhvr>
                                      <p:to>
                                        <p:strVal val="visible"/>
                                      </p:to>
                                    </p:set>
                                    <p:animEffect filter="fade" transition="in">
                                      <p:cBhvr>
                                        <p:cTn dur="1000"/>
                                        <p:tgtEl>
                                          <p:spTgt spid="1492"/>
                                        </p:tgtEl>
                                      </p:cBhvr>
                                    </p:animEffect>
                                  </p:childTnLst>
                                </p:cTn>
                              </p:par>
                              <p:par>
                                <p:cTn fill="hold" nodeType="withEffect" presetClass="entr" presetID="10" presetSubtype="0">
                                  <p:stCondLst>
                                    <p:cond delay="2250"/>
                                  </p:stCondLst>
                                  <p:childTnLst>
                                    <p:set>
                                      <p:cBhvr>
                                        <p:cTn dur="1" fill="hold">
                                          <p:stCondLst>
                                            <p:cond delay="0"/>
                                          </p:stCondLst>
                                        </p:cTn>
                                        <p:tgtEl>
                                          <p:spTgt spid="1491"/>
                                        </p:tgtEl>
                                        <p:attrNameLst>
                                          <p:attrName>style.visibility</p:attrName>
                                        </p:attrNameLst>
                                      </p:cBhvr>
                                      <p:to>
                                        <p:strVal val="visible"/>
                                      </p:to>
                                    </p:set>
                                    <p:animEffect filter="fade" transition="in">
                                      <p:cBhvr>
                                        <p:cTn dur="1000"/>
                                        <p:tgtEl>
                                          <p:spTgt spid="14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7" name="Shape 1497"/>
        <p:cNvGrpSpPr/>
        <p:nvPr/>
      </p:nvGrpSpPr>
      <p:grpSpPr>
        <a:xfrm>
          <a:off x="0" y="0"/>
          <a:ext cx="0" cy="0"/>
          <a:chOff x="0" y="0"/>
          <a:chExt cx="0" cy="0"/>
        </a:xfrm>
      </p:grpSpPr>
      <p:sp>
        <p:nvSpPr>
          <p:cNvPr id="1498" name="Google Shape;1498;p5"/>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499" name="Google Shape;1499;p5"/>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00000"/>
              </a:buClr>
              <a:buSzPts val="4000"/>
              <a:buFont typeface="Roboto Medium"/>
              <a:buNone/>
            </a:pPr>
            <a:r>
              <a:rPr lang="en-US"/>
              <a:t>Co má Copilot připravit: čtyři bloky podkladu</a:t>
            </a:r>
            <a:endParaRPr/>
          </a:p>
        </p:txBody>
      </p:sp>
      <p:sp>
        <p:nvSpPr>
          <p:cNvPr id="1500" name="Google Shape;1500;p5"/>
          <p:cNvSpPr/>
          <p:nvPr/>
        </p:nvSpPr>
        <p:spPr>
          <a:xfrm>
            <a:off x="450055" y="1687829"/>
            <a:ext cx="2677353" cy="1105329"/>
          </a:xfrm>
          <a:prstGeom prst="roundRect">
            <a:avLst>
              <a:gd fmla="val 9447" name="adj"/>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01" name="Google Shape;1501;p5"/>
          <p:cNvSpPr txBox="1"/>
          <p:nvPr/>
        </p:nvSpPr>
        <p:spPr>
          <a:xfrm>
            <a:off x="634277" y="1749236"/>
            <a:ext cx="736886"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3200">
                <a:solidFill>
                  <a:srgbClr val="FFFFFF"/>
                </a:solidFill>
                <a:latin typeface="Roboto Medium"/>
                <a:ea typeface="Roboto Medium"/>
                <a:cs typeface="Roboto Medium"/>
                <a:sym typeface="Roboto Medium"/>
              </a:rPr>
              <a:t>A</a:t>
            </a:r>
            <a:endParaRPr/>
          </a:p>
        </p:txBody>
      </p:sp>
      <p:pic>
        <p:nvPicPr>
          <p:cNvPr descr="file_w.png" id="1502" name="Google Shape;1502;p5"/>
          <p:cNvPicPr preferRelativeResize="0"/>
          <p:nvPr/>
        </p:nvPicPr>
        <p:blipFill rotWithShape="1">
          <a:blip r:embed="rId3">
            <a:alphaModFix/>
          </a:blip>
          <a:srcRect b="0" l="0" r="0" t="0"/>
          <a:stretch/>
        </p:blipFill>
        <p:spPr>
          <a:xfrm>
            <a:off x="2513336" y="1835206"/>
            <a:ext cx="417569" cy="417569"/>
          </a:xfrm>
          <a:prstGeom prst="rect">
            <a:avLst/>
          </a:prstGeom>
          <a:noFill/>
          <a:ln>
            <a:noFill/>
          </a:ln>
        </p:spPr>
      </p:pic>
      <p:sp>
        <p:nvSpPr>
          <p:cNvPr id="1503" name="Google Shape;1503;p5"/>
          <p:cNvSpPr txBox="1"/>
          <p:nvPr/>
        </p:nvSpPr>
        <p:spPr>
          <a:xfrm>
            <a:off x="634277" y="2301901"/>
            <a:ext cx="2308910" cy="276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FFFFFF"/>
                </a:solidFill>
                <a:latin typeface="Roboto Medium"/>
                <a:ea typeface="Roboto Medium"/>
                <a:cs typeface="Roboto Medium"/>
                <a:sym typeface="Roboto Medium"/>
              </a:rPr>
              <a:t>Souhrn případu</a:t>
            </a:r>
            <a:endParaRPr/>
          </a:p>
        </p:txBody>
      </p:sp>
      <p:sp>
        <p:nvSpPr>
          <p:cNvPr id="1504" name="Google Shape;1504;p5"/>
          <p:cNvSpPr/>
          <p:nvPr/>
        </p:nvSpPr>
        <p:spPr>
          <a:xfrm>
            <a:off x="450055" y="2940535"/>
            <a:ext cx="2677353" cy="2456287"/>
          </a:xfrm>
          <a:prstGeom prst="roundRect">
            <a:avLst>
              <a:gd fmla="val 3673" name="adj"/>
            </a:avLst>
          </a:prstGeom>
          <a:solidFill>
            <a:srgbClr val="E8F6F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05" name="Google Shape;1505;p5"/>
          <p:cNvSpPr txBox="1"/>
          <p:nvPr/>
        </p:nvSpPr>
        <p:spPr>
          <a:xfrm>
            <a:off x="609714" y="3038787"/>
            <a:ext cx="2358035"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00">
                <a:solidFill>
                  <a:srgbClr val="3A9D8A"/>
                </a:solidFill>
                <a:latin typeface="Roboto Medium"/>
                <a:ea typeface="Roboto Medium"/>
                <a:cs typeface="Roboto Medium"/>
                <a:sym typeface="Roboto Medium"/>
              </a:rPr>
              <a:t>„Executive summary“ – orientace do 30 s</a:t>
            </a:r>
            <a:endParaRPr/>
          </a:p>
        </p:txBody>
      </p:sp>
      <p:sp>
        <p:nvSpPr>
          <p:cNvPr id="1506" name="Google Shape;1506;p5"/>
          <p:cNvSpPr txBox="1"/>
          <p:nvPr/>
        </p:nvSpPr>
        <p:spPr>
          <a:xfrm>
            <a:off x="609714" y="3695807"/>
            <a:ext cx="2382598" cy="1395254"/>
          </a:xfrm>
          <a:prstGeom prst="rect">
            <a:avLst/>
          </a:prstGeom>
          <a:noFill/>
          <a:ln>
            <a:noFill/>
          </a:ln>
        </p:spPr>
        <p:txBody>
          <a:bodyPr anchorCtr="0" anchor="t" bIns="0" lIns="0" spcFirstLastPara="1" rIns="0" wrap="square" tIns="0">
            <a:spAutoFit/>
          </a:bodyPr>
          <a:lstStyle/>
          <a:p>
            <a:pPr indent="-146304" lvl="0" marL="146304" marR="0" rtl="0" algn="l">
              <a:spcBef>
                <a:spcPts val="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Diagnóza a hlavní otázka pro komisi</a:t>
            </a:r>
            <a:endParaRPr/>
          </a:p>
          <a:p>
            <a:pPr indent="-146304" lvl="0" marL="146304" marR="0" rtl="0" algn="l">
              <a:spcBef>
                <a:spcPts val="40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Kondice pacienta (škála ECOG 0–4) podle lékaře i pacienta</a:t>
            </a:r>
            <a:endParaRPr/>
          </a:p>
          <a:p>
            <a:pPr indent="-146304" lvl="0" marL="146304" marR="0" rtl="0" algn="l">
              <a:spcBef>
                <a:spcPts val="40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Časová osa nemoci a léčby</a:t>
            </a:r>
            <a:endParaRPr/>
          </a:p>
        </p:txBody>
      </p:sp>
      <p:sp>
        <p:nvSpPr>
          <p:cNvPr id="1507" name="Google Shape;1507;p5"/>
          <p:cNvSpPr/>
          <p:nvPr/>
        </p:nvSpPr>
        <p:spPr>
          <a:xfrm>
            <a:off x="3323911" y="1687829"/>
            <a:ext cx="2677353" cy="1105329"/>
          </a:xfrm>
          <a:prstGeom prst="roundRect">
            <a:avLst>
              <a:gd fmla="val 8585" name="adj"/>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08" name="Google Shape;1508;p5"/>
          <p:cNvSpPr txBox="1"/>
          <p:nvPr/>
        </p:nvSpPr>
        <p:spPr>
          <a:xfrm>
            <a:off x="3508132" y="1749236"/>
            <a:ext cx="736886"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3200">
                <a:solidFill>
                  <a:srgbClr val="FFFFFF"/>
                </a:solidFill>
                <a:latin typeface="Roboto Medium"/>
                <a:ea typeface="Roboto Medium"/>
                <a:cs typeface="Roboto Medium"/>
                <a:sym typeface="Roboto Medium"/>
              </a:rPr>
              <a:t>B</a:t>
            </a:r>
            <a:endParaRPr/>
          </a:p>
        </p:txBody>
      </p:sp>
      <p:pic>
        <p:nvPicPr>
          <p:cNvPr descr="stetho_w.png" id="1509" name="Google Shape;1509;p5"/>
          <p:cNvPicPr preferRelativeResize="0"/>
          <p:nvPr/>
        </p:nvPicPr>
        <p:blipFill rotWithShape="1">
          <a:blip r:embed="rId4">
            <a:alphaModFix/>
          </a:blip>
          <a:srcRect b="0" l="0" r="0" t="0"/>
          <a:stretch/>
        </p:blipFill>
        <p:spPr>
          <a:xfrm>
            <a:off x="5387192" y="1835206"/>
            <a:ext cx="417569" cy="417569"/>
          </a:xfrm>
          <a:prstGeom prst="rect">
            <a:avLst/>
          </a:prstGeom>
          <a:noFill/>
          <a:ln>
            <a:noFill/>
          </a:ln>
        </p:spPr>
      </p:pic>
      <p:sp>
        <p:nvSpPr>
          <p:cNvPr id="1510" name="Google Shape;1510;p5"/>
          <p:cNvSpPr txBox="1"/>
          <p:nvPr/>
        </p:nvSpPr>
        <p:spPr>
          <a:xfrm>
            <a:off x="3508132" y="2301901"/>
            <a:ext cx="2308910" cy="276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FFFFFF"/>
                </a:solidFill>
                <a:latin typeface="Roboto Medium"/>
                <a:ea typeface="Roboto Medium"/>
                <a:cs typeface="Roboto Medium"/>
                <a:sym typeface="Roboto Medium"/>
              </a:rPr>
              <a:t>Pohled odborníků</a:t>
            </a:r>
            <a:endParaRPr/>
          </a:p>
        </p:txBody>
      </p:sp>
      <p:sp>
        <p:nvSpPr>
          <p:cNvPr id="1511" name="Google Shape;1511;p5"/>
          <p:cNvSpPr/>
          <p:nvPr/>
        </p:nvSpPr>
        <p:spPr>
          <a:xfrm>
            <a:off x="3323911" y="2940535"/>
            <a:ext cx="2677353" cy="2456287"/>
          </a:xfrm>
          <a:prstGeom prst="roundRect">
            <a:avLst>
              <a:gd fmla="val 4449" name="adj"/>
            </a:avLst>
          </a:prstGeom>
          <a:solidFill>
            <a:srgbClr val="E8F6F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12" name="Google Shape;1512;p5"/>
          <p:cNvSpPr txBox="1"/>
          <p:nvPr/>
        </p:nvSpPr>
        <p:spPr>
          <a:xfrm>
            <a:off x="3483569" y="3038787"/>
            <a:ext cx="2358035"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00">
                <a:solidFill>
                  <a:srgbClr val="3A9D8A"/>
                </a:solidFill>
                <a:latin typeface="Roboto Medium"/>
                <a:ea typeface="Roboto Medium"/>
                <a:cs typeface="Roboto Medium"/>
                <a:sym typeface="Roboto Medium"/>
              </a:rPr>
              <a:t>Každý vidí, co potřebuje (min. 3 role)</a:t>
            </a:r>
            <a:endParaRPr/>
          </a:p>
        </p:txBody>
      </p:sp>
      <p:sp>
        <p:nvSpPr>
          <p:cNvPr id="1513" name="Google Shape;1513;p5"/>
          <p:cNvSpPr txBox="1"/>
          <p:nvPr/>
        </p:nvSpPr>
        <p:spPr>
          <a:xfrm>
            <a:off x="3483569" y="3695807"/>
            <a:ext cx="2382598" cy="1610697"/>
          </a:xfrm>
          <a:prstGeom prst="rect">
            <a:avLst/>
          </a:prstGeom>
          <a:noFill/>
          <a:ln>
            <a:noFill/>
          </a:ln>
        </p:spPr>
        <p:txBody>
          <a:bodyPr anchorCtr="0" anchor="t" bIns="0" lIns="0" spcFirstLastPara="1" rIns="0" wrap="square" tIns="0">
            <a:spAutoFit/>
          </a:bodyPr>
          <a:lstStyle/>
          <a:p>
            <a:pPr indent="-146304" lvl="0" marL="146304" marR="0" rtl="0" algn="l">
              <a:spcBef>
                <a:spcPts val="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Chirurg: lze operovat? Rozsah nádoru (TNM)</a:t>
            </a:r>
            <a:endParaRPr/>
          </a:p>
          <a:p>
            <a:pPr indent="-146304" lvl="0" marL="146304" marR="0" rtl="0" algn="l">
              <a:spcBef>
                <a:spcPts val="40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Onkolog: biomarkery, dosavadní léky, nežádoucí účinky</a:t>
            </a:r>
            <a:endParaRPr/>
          </a:p>
          <a:p>
            <a:pPr indent="-146304" lvl="0" marL="146304" marR="0" rtl="0" algn="l">
              <a:spcBef>
                <a:spcPts val="40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Radiolog, patolog, pohled pacienta</a:t>
            </a:r>
            <a:endParaRPr/>
          </a:p>
        </p:txBody>
      </p:sp>
      <p:sp>
        <p:nvSpPr>
          <p:cNvPr id="1514" name="Google Shape;1514;p5"/>
          <p:cNvSpPr/>
          <p:nvPr/>
        </p:nvSpPr>
        <p:spPr>
          <a:xfrm>
            <a:off x="6197766" y="1687829"/>
            <a:ext cx="2677353" cy="1105329"/>
          </a:xfrm>
          <a:prstGeom prst="roundRect">
            <a:avLst>
              <a:gd fmla="val 11170" name="adj"/>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15" name="Google Shape;1515;p5"/>
          <p:cNvSpPr txBox="1"/>
          <p:nvPr/>
        </p:nvSpPr>
        <p:spPr>
          <a:xfrm>
            <a:off x="6381988" y="1749236"/>
            <a:ext cx="736886"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3200">
                <a:solidFill>
                  <a:srgbClr val="FFFFFF"/>
                </a:solidFill>
                <a:latin typeface="Roboto Medium"/>
                <a:ea typeface="Roboto Medium"/>
                <a:cs typeface="Roboto Medium"/>
                <a:sym typeface="Roboto Medium"/>
              </a:rPr>
              <a:t>B2</a:t>
            </a:r>
            <a:endParaRPr/>
          </a:p>
        </p:txBody>
      </p:sp>
      <p:pic>
        <p:nvPicPr>
          <p:cNvPr descr="book_w.png" id="1516" name="Google Shape;1516;p5"/>
          <p:cNvPicPr preferRelativeResize="0"/>
          <p:nvPr/>
        </p:nvPicPr>
        <p:blipFill rotWithShape="1">
          <a:blip r:embed="rId5">
            <a:alphaModFix/>
          </a:blip>
          <a:srcRect b="0" l="0" r="0" t="0"/>
          <a:stretch/>
        </p:blipFill>
        <p:spPr>
          <a:xfrm>
            <a:off x="8261047" y="1835206"/>
            <a:ext cx="417569" cy="417569"/>
          </a:xfrm>
          <a:prstGeom prst="rect">
            <a:avLst/>
          </a:prstGeom>
          <a:noFill/>
          <a:ln>
            <a:noFill/>
          </a:ln>
        </p:spPr>
      </p:pic>
      <p:sp>
        <p:nvSpPr>
          <p:cNvPr id="1517" name="Google Shape;1517;p5"/>
          <p:cNvSpPr txBox="1"/>
          <p:nvPr/>
        </p:nvSpPr>
        <p:spPr>
          <a:xfrm>
            <a:off x="6381988" y="2301901"/>
            <a:ext cx="2308910" cy="276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FFFFFF"/>
                </a:solidFill>
                <a:latin typeface="Roboto Medium"/>
                <a:ea typeface="Roboto Medium"/>
                <a:cs typeface="Roboto Medium"/>
                <a:sym typeface="Roboto Medium"/>
              </a:rPr>
              <a:t>Podpora rozhodování</a:t>
            </a:r>
            <a:endParaRPr/>
          </a:p>
        </p:txBody>
      </p:sp>
      <p:sp>
        <p:nvSpPr>
          <p:cNvPr id="1518" name="Google Shape;1518;p5"/>
          <p:cNvSpPr/>
          <p:nvPr/>
        </p:nvSpPr>
        <p:spPr>
          <a:xfrm>
            <a:off x="6197766" y="2940535"/>
            <a:ext cx="2677353" cy="2456287"/>
          </a:xfrm>
          <a:prstGeom prst="roundRect">
            <a:avLst>
              <a:gd fmla="val 4449" name="adj"/>
            </a:avLst>
          </a:prstGeom>
          <a:solidFill>
            <a:srgbClr val="E8F6F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19" name="Google Shape;1519;p5"/>
          <p:cNvSpPr txBox="1"/>
          <p:nvPr/>
        </p:nvSpPr>
        <p:spPr>
          <a:xfrm>
            <a:off x="6357425" y="3038788"/>
            <a:ext cx="1815025"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00">
                <a:solidFill>
                  <a:srgbClr val="3A9D8A"/>
                </a:solidFill>
                <a:latin typeface="Roboto Medium"/>
                <a:ea typeface="Roboto Medium"/>
                <a:cs typeface="Roboto Medium"/>
                <a:sym typeface="Roboto Medium"/>
              </a:rPr>
              <a:t>AI předkládá, nevybírá</a:t>
            </a:r>
            <a:endParaRPr/>
          </a:p>
        </p:txBody>
      </p:sp>
      <p:sp>
        <p:nvSpPr>
          <p:cNvPr id="1520" name="Google Shape;1520;p5"/>
          <p:cNvSpPr txBox="1"/>
          <p:nvPr/>
        </p:nvSpPr>
        <p:spPr>
          <a:xfrm>
            <a:off x="6357425" y="3695807"/>
            <a:ext cx="2382598" cy="1179810"/>
          </a:xfrm>
          <a:prstGeom prst="rect">
            <a:avLst/>
          </a:prstGeom>
          <a:noFill/>
          <a:ln>
            <a:noFill/>
          </a:ln>
        </p:spPr>
        <p:txBody>
          <a:bodyPr anchorCtr="0" anchor="t" bIns="0" lIns="0" spcFirstLastPara="1" rIns="0" wrap="square" tIns="0">
            <a:spAutoFit/>
          </a:bodyPr>
          <a:lstStyle/>
          <a:p>
            <a:pPr indent="-146304" lvl="0" marL="146304" marR="0" rtl="0" algn="l">
              <a:spcBef>
                <a:spcPts val="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Možnosti léčby z doporučených postupů – s citací</a:t>
            </a:r>
            <a:endParaRPr/>
          </a:p>
          <a:p>
            <a:pPr indent="-146304" lvl="0" marL="146304" marR="0" rtl="0" algn="l">
              <a:spcBef>
                <a:spcPts val="40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Vhodnost pro klinické studie</a:t>
            </a:r>
            <a:endParaRPr/>
          </a:p>
          <a:p>
            <a:pPr indent="-146304" lvl="0" marL="146304" marR="0" rtl="0" algn="l">
              <a:spcBef>
                <a:spcPts val="40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2–3 klíčové otázky k diskusi</a:t>
            </a:r>
            <a:endParaRPr/>
          </a:p>
        </p:txBody>
      </p:sp>
      <p:sp>
        <p:nvSpPr>
          <p:cNvPr id="1521" name="Google Shape;1521;p5"/>
          <p:cNvSpPr/>
          <p:nvPr/>
        </p:nvSpPr>
        <p:spPr>
          <a:xfrm>
            <a:off x="9071622" y="1687829"/>
            <a:ext cx="2677353" cy="1105329"/>
          </a:xfrm>
          <a:prstGeom prst="roundRect">
            <a:avLst>
              <a:gd fmla="val 9447" name="adj"/>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22" name="Google Shape;1522;p5"/>
          <p:cNvSpPr txBox="1"/>
          <p:nvPr/>
        </p:nvSpPr>
        <p:spPr>
          <a:xfrm>
            <a:off x="9255843" y="1749236"/>
            <a:ext cx="736886"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3200">
                <a:solidFill>
                  <a:srgbClr val="FFFFFF"/>
                </a:solidFill>
                <a:latin typeface="Roboto Medium"/>
                <a:ea typeface="Roboto Medium"/>
                <a:cs typeface="Roboto Medium"/>
                <a:sym typeface="Roboto Medium"/>
              </a:rPr>
              <a:t>C</a:t>
            </a:r>
            <a:endParaRPr/>
          </a:p>
        </p:txBody>
      </p:sp>
      <p:pic>
        <p:nvPicPr>
          <p:cNvPr descr="export_w.png" id="1523" name="Google Shape;1523;p5"/>
          <p:cNvPicPr preferRelativeResize="0"/>
          <p:nvPr/>
        </p:nvPicPr>
        <p:blipFill rotWithShape="1">
          <a:blip r:embed="rId6">
            <a:alphaModFix/>
          </a:blip>
          <a:srcRect b="0" l="0" r="0" t="0"/>
          <a:stretch/>
        </p:blipFill>
        <p:spPr>
          <a:xfrm>
            <a:off x="11134903" y="1835206"/>
            <a:ext cx="417569" cy="417569"/>
          </a:xfrm>
          <a:prstGeom prst="rect">
            <a:avLst/>
          </a:prstGeom>
          <a:noFill/>
          <a:ln>
            <a:noFill/>
          </a:ln>
        </p:spPr>
      </p:pic>
      <p:sp>
        <p:nvSpPr>
          <p:cNvPr id="1524" name="Google Shape;1524;p5"/>
          <p:cNvSpPr txBox="1"/>
          <p:nvPr/>
        </p:nvSpPr>
        <p:spPr>
          <a:xfrm>
            <a:off x="9255843" y="2301901"/>
            <a:ext cx="2308910" cy="276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FFFFFF"/>
                </a:solidFill>
                <a:latin typeface="Roboto Medium"/>
                <a:ea typeface="Roboto Medium"/>
                <a:cs typeface="Roboto Medium"/>
                <a:sym typeface="Roboto Medium"/>
              </a:rPr>
              <a:t>Závěr a akční plán</a:t>
            </a:r>
            <a:endParaRPr/>
          </a:p>
        </p:txBody>
      </p:sp>
      <p:sp>
        <p:nvSpPr>
          <p:cNvPr id="1525" name="Google Shape;1525;p5"/>
          <p:cNvSpPr/>
          <p:nvPr/>
        </p:nvSpPr>
        <p:spPr>
          <a:xfrm>
            <a:off x="9071622" y="2940535"/>
            <a:ext cx="2677353" cy="2456287"/>
          </a:xfrm>
          <a:prstGeom prst="roundRect">
            <a:avLst>
              <a:gd fmla="val 4449" name="adj"/>
            </a:avLst>
          </a:prstGeom>
          <a:solidFill>
            <a:srgbClr val="E8F6FC"/>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26" name="Google Shape;1526;p5"/>
          <p:cNvSpPr txBox="1"/>
          <p:nvPr/>
        </p:nvSpPr>
        <p:spPr>
          <a:xfrm>
            <a:off x="9231281" y="3038787"/>
            <a:ext cx="1531969"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600">
                <a:solidFill>
                  <a:srgbClr val="3A9D8A"/>
                </a:solidFill>
                <a:latin typeface="Roboto Medium"/>
                <a:ea typeface="Roboto Medium"/>
                <a:cs typeface="Roboto Medium"/>
                <a:sym typeface="Roboto Medium"/>
              </a:rPr>
              <a:t>Oficiální záznam komise</a:t>
            </a:r>
            <a:endParaRPr/>
          </a:p>
        </p:txBody>
      </p:sp>
      <p:sp>
        <p:nvSpPr>
          <p:cNvPr id="1527" name="Google Shape;1527;p5"/>
          <p:cNvSpPr txBox="1"/>
          <p:nvPr/>
        </p:nvSpPr>
        <p:spPr>
          <a:xfrm>
            <a:off x="9231281" y="3695807"/>
            <a:ext cx="2382598" cy="748923"/>
          </a:xfrm>
          <a:prstGeom prst="rect">
            <a:avLst/>
          </a:prstGeom>
          <a:noFill/>
          <a:ln>
            <a:noFill/>
          </a:ln>
        </p:spPr>
        <p:txBody>
          <a:bodyPr anchorCtr="0" anchor="t" bIns="0" lIns="0" spcFirstLastPara="1" rIns="0" wrap="square" tIns="0">
            <a:spAutoFit/>
          </a:bodyPr>
          <a:lstStyle/>
          <a:p>
            <a:pPr indent="-146304" lvl="0" marL="146304" marR="0" rtl="0" algn="l">
              <a:spcBef>
                <a:spcPts val="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Rozhodnutí se zdůvodněním</a:t>
            </a:r>
            <a:endParaRPr/>
          </a:p>
          <a:p>
            <a:pPr indent="-146304" lvl="0" marL="146304" marR="0" rtl="0" algn="l">
              <a:spcBef>
                <a:spcPts val="40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Úkoly, termíny, kontrola</a:t>
            </a:r>
            <a:endParaRPr/>
          </a:p>
          <a:p>
            <a:pPr indent="-146304" lvl="0" marL="146304" marR="0" rtl="0" algn="l">
              <a:spcBef>
                <a:spcPts val="400"/>
              </a:spcBef>
              <a:spcAft>
                <a:spcPts val="0"/>
              </a:spcAft>
              <a:buClr>
                <a:srgbClr val="7F7F7F"/>
              </a:buClr>
              <a:buSzPts val="1400"/>
              <a:buFont typeface="Arial"/>
              <a:buChar char="•"/>
            </a:pPr>
            <a:r>
              <a:rPr b="0" i="0" lang="en-US" sz="1400">
                <a:solidFill>
                  <a:srgbClr val="333333"/>
                </a:solidFill>
                <a:latin typeface="Roboto Light"/>
                <a:ea typeface="Roboto Light"/>
                <a:cs typeface="Roboto Light"/>
                <a:sym typeface="Roboto Light"/>
              </a:rPr>
              <a:t>Export (PDF / HL7 FHIR)</a:t>
            </a:r>
            <a:endParaRPr/>
          </a:p>
        </p:txBody>
      </p:sp>
      <p:sp>
        <p:nvSpPr>
          <p:cNvPr id="1528" name="Google Shape;1528;p5"/>
          <p:cNvSpPr/>
          <p:nvPr/>
        </p:nvSpPr>
        <p:spPr>
          <a:xfrm>
            <a:off x="450055" y="5544199"/>
            <a:ext cx="11311201" cy="792674"/>
          </a:xfrm>
          <a:prstGeom prst="roundRect">
            <a:avLst>
              <a:gd fmla="val 16857" name="adj"/>
            </a:avLst>
          </a:prstGeom>
          <a:solidFill>
            <a:srgbClr val="F2F4F5"/>
          </a:solidFill>
          <a:ln>
            <a:noFill/>
          </a:ln>
        </p:spPr>
        <p:txBody>
          <a:bodyPr anchorCtr="0" anchor="ctr" bIns="109725" lIns="109725" spcFirstLastPara="1" rIns="109725" wrap="square" tIns="109725">
            <a:noAutofit/>
          </a:bodyPr>
          <a:lstStyle/>
          <a:p>
            <a:pPr indent="0" lvl="0" marL="0" marR="0" rtl="0" algn="l">
              <a:spcBef>
                <a:spcPts val="0"/>
              </a:spcBef>
              <a:spcAft>
                <a:spcPts val="0"/>
              </a:spcAft>
              <a:buNone/>
            </a:pPr>
            <a:r>
              <a:rPr i="0" lang="en-US" sz="1400">
                <a:solidFill>
                  <a:schemeClr val="dk1"/>
                </a:solidFill>
                <a:latin typeface="Roboto Medium"/>
                <a:ea typeface="Roboto Medium"/>
                <a:cs typeface="Roboto Medium"/>
                <a:sym typeface="Roboto Medium"/>
              </a:rPr>
              <a:t>ECOG</a:t>
            </a:r>
            <a:r>
              <a:rPr b="0" i="0" lang="en-US" sz="1400">
                <a:solidFill>
                  <a:schemeClr val="dk1"/>
                </a:solidFill>
                <a:latin typeface="Roboto Light"/>
                <a:ea typeface="Roboto Light"/>
                <a:cs typeface="Roboto Light"/>
                <a:sym typeface="Roboto Light"/>
              </a:rPr>
              <a:t> = jak pacient zvládá běžné činnosti (0 = bez omezení, 4 = upoután na lůžko)   </a:t>
            </a:r>
            <a:r>
              <a:rPr i="0" lang="en-US" sz="1400">
                <a:solidFill>
                  <a:schemeClr val="dk1"/>
                </a:solidFill>
                <a:latin typeface="Roboto Medium"/>
                <a:ea typeface="Roboto Medium"/>
                <a:cs typeface="Roboto Medium"/>
                <a:sym typeface="Roboto Medium"/>
              </a:rPr>
              <a:t>TNM</a:t>
            </a:r>
            <a:r>
              <a:rPr b="0" i="0" lang="en-US" sz="1400">
                <a:solidFill>
                  <a:schemeClr val="dk1"/>
                </a:solidFill>
                <a:latin typeface="Roboto Light"/>
                <a:ea typeface="Roboto Light"/>
                <a:cs typeface="Roboto Light"/>
                <a:sym typeface="Roboto Light"/>
              </a:rPr>
              <a:t> = velikost nádoru · uzliny · vzdálené metastázy   </a:t>
            </a:r>
            <a:r>
              <a:rPr i="0" lang="en-US" sz="1400">
                <a:solidFill>
                  <a:schemeClr val="dk1"/>
                </a:solidFill>
                <a:latin typeface="Roboto Medium"/>
                <a:ea typeface="Roboto Medium"/>
                <a:cs typeface="Roboto Medium"/>
                <a:sym typeface="Roboto Medium"/>
              </a:rPr>
              <a:t>Biomarker</a:t>
            </a:r>
            <a:r>
              <a:rPr b="0" i="0" lang="en-US" sz="1400">
                <a:solidFill>
                  <a:schemeClr val="dk1"/>
                </a:solidFill>
                <a:latin typeface="Roboto Light"/>
                <a:ea typeface="Roboto Light"/>
                <a:cs typeface="Roboto Light"/>
                <a:sym typeface="Roboto Light"/>
              </a:rPr>
              <a:t> = vlastnost nádoru, podle které se vybírá lék</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3" name="Shape 1533"/>
        <p:cNvGrpSpPr/>
        <p:nvPr/>
      </p:nvGrpSpPr>
      <p:grpSpPr>
        <a:xfrm>
          <a:off x="0" y="0"/>
          <a:ext cx="0" cy="0"/>
          <a:chOff x="0" y="0"/>
          <a:chExt cx="0" cy="0"/>
        </a:xfrm>
      </p:grpSpPr>
      <p:sp>
        <p:nvSpPr>
          <p:cNvPr id="1534" name="Google Shape;1534;p6"/>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535" name="Google Shape;1535;p6"/>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00000"/>
              </a:buClr>
              <a:buSzPts val="4000"/>
              <a:buFont typeface="Roboto Medium"/>
              <a:buNone/>
            </a:pPr>
            <a:r>
              <a:rPr lang="en-US"/>
              <a:t>Čtyři pravidla, na kterých řešení stojí</a:t>
            </a:r>
            <a:endParaRPr/>
          </a:p>
        </p:txBody>
      </p:sp>
      <p:sp>
        <p:nvSpPr>
          <p:cNvPr id="1536" name="Google Shape;1536;p6"/>
          <p:cNvSpPr/>
          <p:nvPr/>
        </p:nvSpPr>
        <p:spPr>
          <a:xfrm>
            <a:off x="494833" y="1695449"/>
            <a:ext cx="5504767" cy="1896086"/>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37" name="Google Shape;1537;p6"/>
          <p:cNvSpPr/>
          <p:nvPr/>
        </p:nvSpPr>
        <p:spPr>
          <a:xfrm>
            <a:off x="763955" y="2001269"/>
            <a:ext cx="758435" cy="758435"/>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sliders_w.png" id="1538" name="Google Shape;1538;p6"/>
          <p:cNvPicPr preferRelativeResize="0"/>
          <p:nvPr/>
        </p:nvPicPr>
        <p:blipFill rotWithShape="1">
          <a:blip r:embed="rId3">
            <a:alphaModFix/>
          </a:blip>
          <a:srcRect b="0" l="0" r="0" t="0"/>
          <a:stretch/>
        </p:blipFill>
        <p:spPr>
          <a:xfrm>
            <a:off x="961148" y="2198462"/>
            <a:ext cx="364048" cy="364048"/>
          </a:xfrm>
          <a:prstGeom prst="rect">
            <a:avLst/>
          </a:prstGeom>
          <a:noFill/>
          <a:ln>
            <a:noFill/>
          </a:ln>
        </p:spPr>
      </p:pic>
      <p:sp>
        <p:nvSpPr>
          <p:cNvPr id="1539" name="Google Shape;1539;p6"/>
          <p:cNvSpPr txBox="1"/>
          <p:nvPr/>
        </p:nvSpPr>
        <p:spPr>
          <a:xfrm>
            <a:off x="1779279" y="1940105"/>
            <a:ext cx="3975665" cy="30777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333333"/>
                </a:solidFill>
                <a:latin typeface="Roboto Medium"/>
                <a:ea typeface="Roboto Medium"/>
                <a:cs typeface="Roboto Medium"/>
                <a:sym typeface="Roboto Medium"/>
              </a:rPr>
              <a:t>Nastavitelnost</a:t>
            </a:r>
            <a:endParaRPr/>
          </a:p>
        </p:txBody>
      </p:sp>
      <p:sp>
        <p:nvSpPr>
          <p:cNvPr id="1540" name="Google Shape;1540;p6"/>
          <p:cNvSpPr txBox="1"/>
          <p:nvPr/>
        </p:nvSpPr>
        <p:spPr>
          <a:xfrm>
            <a:off x="1779279" y="2404952"/>
            <a:ext cx="4036829" cy="73866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chemeClr val="dk1"/>
                </a:solidFill>
                <a:latin typeface="Roboto Light"/>
                <a:ea typeface="Roboto Light"/>
                <a:cs typeface="Roboto Light"/>
                <a:sym typeface="Roboto Light"/>
              </a:rPr>
              <a:t>Předseda komise si „naklikne“, které sekce chce, v jakém pořadí, kdo je přítomen a jak podrobně.</a:t>
            </a:r>
            <a:endParaRPr/>
          </a:p>
        </p:txBody>
      </p:sp>
      <p:sp>
        <p:nvSpPr>
          <p:cNvPr id="1541" name="Google Shape;1541;p6"/>
          <p:cNvSpPr/>
          <p:nvPr/>
        </p:nvSpPr>
        <p:spPr>
          <a:xfrm>
            <a:off x="6256490" y="1695449"/>
            <a:ext cx="5504767" cy="1896086"/>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42" name="Google Shape;1542;p6"/>
          <p:cNvSpPr/>
          <p:nvPr/>
        </p:nvSpPr>
        <p:spPr>
          <a:xfrm>
            <a:off x="6525610" y="2001269"/>
            <a:ext cx="758435" cy="758435"/>
          </a:xfrm>
          <a:prstGeom prst="ellipse">
            <a:avLst/>
          </a:prstGeom>
          <a:solidFill>
            <a:srgbClr val="BF260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flag_w.png" id="1543" name="Google Shape;1543;p6"/>
          <p:cNvPicPr preferRelativeResize="0"/>
          <p:nvPr/>
        </p:nvPicPr>
        <p:blipFill rotWithShape="1">
          <a:blip r:embed="rId4">
            <a:alphaModFix/>
          </a:blip>
          <a:srcRect b="0" l="0" r="0" t="0"/>
          <a:stretch/>
        </p:blipFill>
        <p:spPr>
          <a:xfrm>
            <a:off x="6722804" y="2169887"/>
            <a:ext cx="364048" cy="364048"/>
          </a:xfrm>
          <a:prstGeom prst="rect">
            <a:avLst/>
          </a:prstGeom>
          <a:noFill/>
          <a:ln>
            <a:noFill/>
          </a:ln>
        </p:spPr>
      </p:pic>
      <p:sp>
        <p:nvSpPr>
          <p:cNvPr id="1544" name="Google Shape;1544;p6"/>
          <p:cNvSpPr txBox="1"/>
          <p:nvPr/>
        </p:nvSpPr>
        <p:spPr>
          <a:xfrm>
            <a:off x="7540935" y="1940105"/>
            <a:ext cx="3975665" cy="30777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333333"/>
                </a:solidFill>
                <a:latin typeface="Roboto Medium"/>
                <a:ea typeface="Roboto Medium"/>
                <a:cs typeface="Roboto Medium"/>
                <a:sym typeface="Roboto Medium"/>
              </a:rPr>
              <a:t>Varovné signály (red flags)</a:t>
            </a:r>
            <a:endParaRPr/>
          </a:p>
        </p:txBody>
      </p:sp>
      <p:sp>
        <p:nvSpPr>
          <p:cNvPr id="1545" name="Google Shape;1545;p6"/>
          <p:cNvSpPr txBox="1"/>
          <p:nvPr/>
        </p:nvSpPr>
        <p:spPr>
          <a:xfrm>
            <a:off x="7540935" y="2404952"/>
            <a:ext cx="4036829" cy="7386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chemeClr val="dk1"/>
                </a:solidFill>
                <a:latin typeface="Roboto Light"/>
                <a:ea typeface="Roboto Light"/>
                <a:cs typeface="Roboto Light"/>
                <a:sym typeface="Roboto Light"/>
              </a:rPr>
              <a:t>AI hledá rozpory mezi zdroji – např. krevní testy ukazují pokles hemoglobinu a pacient v dotazníku hlásí extrémní únavu.</a:t>
            </a:r>
            <a:endParaRPr/>
          </a:p>
        </p:txBody>
      </p:sp>
      <p:sp>
        <p:nvSpPr>
          <p:cNvPr id="1546" name="Google Shape;1546;p6"/>
          <p:cNvSpPr/>
          <p:nvPr/>
        </p:nvSpPr>
        <p:spPr>
          <a:xfrm>
            <a:off x="494833" y="3836192"/>
            <a:ext cx="5504767" cy="1896086"/>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47" name="Google Shape;1547;p6"/>
          <p:cNvSpPr/>
          <p:nvPr/>
        </p:nvSpPr>
        <p:spPr>
          <a:xfrm>
            <a:off x="763955" y="4142012"/>
            <a:ext cx="758435" cy="758435"/>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search_w.png" id="1548" name="Google Shape;1548;p6"/>
          <p:cNvPicPr preferRelativeResize="0"/>
          <p:nvPr/>
        </p:nvPicPr>
        <p:blipFill rotWithShape="1">
          <a:blip r:embed="rId5">
            <a:alphaModFix/>
          </a:blip>
          <a:srcRect b="0" l="0" r="0" t="0"/>
          <a:stretch/>
        </p:blipFill>
        <p:spPr>
          <a:xfrm>
            <a:off x="970673" y="4329680"/>
            <a:ext cx="364048" cy="364048"/>
          </a:xfrm>
          <a:prstGeom prst="rect">
            <a:avLst/>
          </a:prstGeom>
          <a:noFill/>
          <a:ln>
            <a:noFill/>
          </a:ln>
        </p:spPr>
      </p:pic>
      <p:sp>
        <p:nvSpPr>
          <p:cNvPr id="1549" name="Google Shape;1549;p6"/>
          <p:cNvSpPr txBox="1"/>
          <p:nvPr/>
        </p:nvSpPr>
        <p:spPr>
          <a:xfrm>
            <a:off x="1779279" y="4080848"/>
            <a:ext cx="3975665" cy="30777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333333"/>
                </a:solidFill>
                <a:latin typeface="Roboto Medium"/>
                <a:ea typeface="Roboto Medium"/>
                <a:cs typeface="Roboto Medium"/>
                <a:sym typeface="Roboto Medium"/>
              </a:rPr>
              <a:t>Dohledatelnost</a:t>
            </a:r>
            <a:endParaRPr/>
          </a:p>
        </p:txBody>
      </p:sp>
      <p:sp>
        <p:nvSpPr>
          <p:cNvPr id="1550" name="Google Shape;1550;p6"/>
          <p:cNvSpPr txBox="1"/>
          <p:nvPr/>
        </p:nvSpPr>
        <p:spPr>
          <a:xfrm>
            <a:off x="1779279" y="4545695"/>
            <a:ext cx="4036829" cy="7386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chemeClr val="dk1"/>
                </a:solidFill>
                <a:latin typeface="Roboto Light"/>
                <a:ea typeface="Roboto Light"/>
                <a:cs typeface="Roboto Light"/>
                <a:sym typeface="Roboto Light"/>
              </a:rPr>
              <a:t>U každého tvrzení AI lze kliknout na zdroj. Když údaj chybí, AI to řekne – nehádá („nehalucinuje“).</a:t>
            </a:r>
            <a:endParaRPr/>
          </a:p>
        </p:txBody>
      </p:sp>
      <p:sp>
        <p:nvSpPr>
          <p:cNvPr id="1551" name="Google Shape;1551;p6"/>
          <p:cNvSpPr/>
          <p:nvPr/>
        </p:nvSpPr>
        <p:spPr>
          <a:xfrm>
            <a:off x="6256490" y="3836192"/>
            <a:ext cx="5504767" cy="1896086"/>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52" name="Google Shape;1552;p6"/>
          <p:cNvSpPr/>
          <p:nvPr/>
        </p:nvSpPr>
        <p:spPr>
          <a:xfrm>
            <a:off x="6525610" y="4142012"/>
            <a:ext cx="758435" cy="758435"/>
          </a:xfrm>
          <a:prstGeom prst="ellipse">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check_w.png" id="1553" name="Google Shape;1553;p6"/>
          <p:cNvPicPr preferRelativeResize="0"/>
          <p:nvPr/>
        </p:nvPicPr>
        <p:blipFill rotWithShape="1">
          <a:blip r:embed="rId6">
            <a:alphaModFix/>
          </a:blip>
          <a:srcRect b="0" l="0" r="0" t="0"/>
          <a:stretch/>
        </p:blipFill>
        <p:spPr>
          <a:xfrm>
            <a:off x="6741854" y="4310630"/>
            <a:ext cx="364048" cy="364048"/>
          </a:xfrm>
          <a:prstGeom prst="rect">
            <a:avLst/>
          </a:prstGeom>
          <a:noFill/>
          <a:ln>
            <a:noFill/>
          </a:ln>
        </p:spPr>
      </p:pic>
      <p:sp>
        <p:nvSpPr>
          <p:cNvPr id="1554" name="Google Shape;1554;p6"/>
          <p:cNvSpPr txBox="1"/>
          <p:nvPr/>
        </p:nvSpPr>
        <p:spPr>
          <a:xfrm>
            <a:off x="7540935" y="4080848"/>
            <a:ext cx="3975665" cy="30777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333333"/>
                </a:solidFill>
                <a:latin typeface="Roboto Medium"/>
                <a:ea typeface="Roboto Medium"/>
                <a:cs typeface="Roboto Medium"/>
                <a:sym typeface="Roboto Medium"/>
              </a:rPr>
              <a:t>Člověk rozhoduje</a:t>
            </a:r>
            <a:endParaRPr/>
          </a:p>
        </p:txBody>
      </p:sp>
      <p:sp>
        <p:nvSpPr>
          <p:cNvPr id="1555" name="Google Shape;1555;p6"/>
          <p:cNvSpPr txBox="1"/>
          <p:nvPr/>
        </p:nvSpPr>
        <p:spPr>
          <a:xfrm>
            <a:off x="7540935" y="4545695"/>
            <a:ext cx="4036829" cy="7386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chemeClr val="dk1"/>
                </a:solidFill>
                <a:latin typeface="Roboto Light"/>
                <a:ea typeface="Roboto Light"/>
                <a:cs typeface="Roboto Light"/>
                <a:sym typeface="Roboto Light"/>
              </a:rPr>
              <a:t>Nic se nestane oficiálním záznamem bez potvrzení lékařem. Text od AI je vizuálně odlišený.</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0" name="Shape 1560"/>
        <p:cNvGrpSpPr/>
        <p:nvPr/>
      </p:nvGrpSpPr>
      <p:grpSpPr>
        <a:xfrm>
          <a:off x="0" y="0"/>
          <a:ext cx="0" cy="0"/>
          <a:chOff x="0" y="0"/>
          <a:chExt cx="0" cy="0"/>
        </a:xfrm>
      </p:grpSpPr>
      <p:sp>
        <p:nvSpPr>
          <p:cNvPr id="1561" name="Google Shape;1561;p7"/>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562" name="Google Shape;1562;p7"/>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00000"/>
              </a:buClr>
              <a:buSzPts val="4000"/>
              <a:buFont typeface="Roboto Medium"/>
              <a:buNone/>
            </a:pPr>
            <a:r>
              <a:rPr lang="en-US"/>
              <a:t>Co dostanete: realistická (smyšlená) data</a:t>
            </a:r>
            <a:endParaRPr/>
          </a:p>
        </p:txBody>
      </p:sp>
      <p:sp>
        <p:nvSpPr>
          <p:cNvPr id="1563" name="Google Shape;1563;p7"/>
          <p:cNvSpPr/>
          <p:nvPr/>
        </p:nvSpPr>
        <p:spPr>
          <a:xfrm>
            <a:off x="450055" y="1687829"/>
            <a:ext cx="5526645" cy="1203580"/>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64" name="Google Shape;1564;p7"/>
          <p:cNvSpPr/>
          <p:nvPr/>
        </p:nvSpPr>
        <p:spPr>
          <a:xfrm>
            <a:off x="671121" y="1958020"/>
            <a:ext cx="638635" cy="638634"/>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db_w.png" id="1565" name="Google Shape;1565;p7"/>
          <p:cNvPicPr preferRelativeResize="0"/>
          <p:nvPr/>
        </p:nvPicPr>
        <p:blipFill rotWithShape="1">
          <a:blip r:embed="rId3">
            <a:alphaModFix/>
          </a:blip>
          <a:srcRect b="0" l="0" r="0" t="0"/>
          <a:stretch/>
        </p:blipFill>
        <p:spPr>
          <a:xfrm>
            <a:off x="837165" y="2124064"/>
            <a:ext cx="306544" cy="306544"/>
          </a:xfrm>
          <a:prstGeom prst="rect">
            <a:avLst/>
          </a:prstGeom>
          <a:noFill/>
          <a:ln>
            <a:noFill/>
          </a:ln>
        </p:spPr>
      </p:pic>
      <p:sp>
        <p:nvSpPr>
          <p:cNvPr id="1566" name="Google Shape;1566;p7"/>
          <p:cNvSpPr txBox="1"/>
          <p:nvPr/>
        </p:nvSpPr>
        <p:spPr>
          <a:xfrm>
            <a:off x="1506258" y="1810643"/>
            <a:ext cx="4323065" cy="276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Zdravotní záznamy z eZdraví</a:t>
            </a:r>
            <a:endParaRPr/>
          </a:p>
        </p:txBody>
      </p:sp>
      <p:sp>
        <p:nvSpPr>
          <p:cNvPr id="1567" name="Google Shape;1567;p7"/>
          <p:cNvSpPr txBox="1"/>
          <p:nvPr/>
        </p:nvSpPr>
        <p:spPr>
          <a:xfrm>
            <a:off x="1506258" y="2179086"/>
            <a:ext cx="432306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Propouštěcí zprávy, krevní testy vč. onkomarkerů (látky v krvi signalizující aktivitu nádoru), popisy CT/MRI, léky</a:t>
            </a:r>
            <a:endParaRPr/>
          </a:p>
        </p:txBody>
      </p:sp>
      <p:sp>
        <p:nvSpPr>
          <p:cNvPr id="1568" name="Google Shape;1568;p7"/>
          <p:cNvSpPr/>
          <p:nvPr/>
        </p:nvSpPr>
        <p:spPr>
          <a:xfrm>
            <a:off x="6234611" y="1687829"/>
            <a:ext cx="5526645" cy="1203580"/>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69" name="Google Shape;1569;p7"/>
          <p:cNvSpPr/>
          <p:nvPr/>
        </p:nvSpPr>
        <p:spPr>
          <a:xfrm>
            <a:off x="6455675" y="1958020"/>
            <a:ext cx="638635" cy="638634"/>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poll_w.png" id="1570" name="Google Shape;1570;p7"/>
          <p:cNvPicPr preferRelativeResize="0"/>
          <p:nvPr/>
        </p:nvPicPr>
        <p:blipFill rotWithShape="1">
          <a:blip r:embed="rId4">
            <a:alphaModFix/>
          </a:blip>
          <a:srcRect b="0" l="0" r="0" t="0"/>
          <a:stretch/>
        </p:blipFill>
        <p:spPr>
          <a:xfrm>
            <a:off x="6621720" y="2124064"/>
            <a:ext cx="306544" cy="306544"/>
          </a:xfrm>
          <a:prstGeom prst="rect">
            <a:avLst/>
          </a:prstGeom>
          <a:noFill/>
          <a:ln>
            <a:noFill/>
          </a:ln>
        </p:spPr>
      </p:pic>
      <p:sp>
        <p:nvSpPr>
          <p:cNvPr id="1571" name="Google Shape;1571;p7"/>
          <p:cNvSpPr txBox="1"/>
          <p:nvPr/>
        </p:nvSpPr>
        <p:spPr>
          <a:xfrm>
            <a:off x="7290814" y="1810643"/>
            <a:ext cx="4323065" cy="276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Dotazník pacienta (PROMs)</a:t>
            </a:r>
            <a:endParaRPr/>
          </a:p>
        </p:txBody>
      </p:sp>
      <p:sp>
        <p:nvSpPr>
          <p:cNvPr id="1572" name="Google Shape;1572;p7"/>
          <p:cNvSpPr txBox="1"/>
          <p:nvPr/>
        </p:nvSpPr>
        <p:spPr>
          <a:xfrm>
            <a:off x="7290814" y="2179086"/>
            <a:ext cx="432306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Co pacient sám hlásí: bolest, únava, psychika – podle ověřených dotazníků, min. 2 vyplnění v čase</a:t>
            </a:r>
            <a:endParaRPr/>
          </a:p>
        </p:txBody>
      </p:sp>
      <p:sp>
        <p:nvSpPr>
          <p:cNvPr id="1573" name="Google Shape;1573;p7"/>
          <p:cNvSpPr/>
          <p:nvPr/>
        </p:nvSpPr>
        <p:spPr>
          <a:xfrm>
            <a:off x="450055" y="3038786"/>
            <a:ext cx="5526645" cy="1203580"/>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74" name="Google Shape;1574;p7"/>
          <p:cNvSpPr/>
          <p:nvPr/>
        </p:nvSpPr>
        <p:spPr>
          <a:xfrm>
            <a:off x="671121" y="3308978"/>
            <a:ext cx="638635" cy="638634"/>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clip_w.png" id="1575" name="Google Shape;1575;p7"/>
          <p:cNvPicPr preferRelativeResize="0"/>
          <p:nvPr/>
        </p:nvPicPr>
        <p:blipFill rotWithShape="1">
          <a:blip r:embed="rId5">
            <a:alphaModFix/>
          </a:blip>
          <a:srcRect b="0" l="0" r="0" t="0"/>
          <a:stretch/>
        </p:blipFill>
        <p:spPr>
          <a:xfrm>
            <a:off x="837165" y="3475021"/>
            <a:ext cx="306544" cy="306544"/>
          </a:xfrm>
          <a:prstGeom prst="rect">
            <a:avLst/>
          </a:prstGeom>
          <a:noFill/>
          <a:ln>
            <a:noFill/>
          </a:ln>
        </p:spPr>
      </p:pic>
      <p:sp>
        <p:nvSpPr>
          <p:cNvPr id="1576" name="Google Shape;1576;p7"/>
          <p:cNvSpPr txBox="1"/>
          <p:nvPr/>
        </p:nvSpPr>
        <p:spPr>
          <a:xfrm>
            <a:off x="1506258" y="3161601"/>
            <a:ext cx="4323065" cy="276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Nominace na komisi</a:t>
            </a:r>
            <a:endParaRPr/>
          </a:p>
        </p:txBody>
      </p:sp>
      <p:sp>
        <p:nvSpPr>
          <p:cNvPr id="1577" name="Google Shape;1577;p7"/>
          <p:cNvSpPr txBox="1"/>
          <p:nvPr/>
        </p:nvSpPr>
        <p:spPr>
          <a:xfrm>
            <a:off x="1506258" y="3530042"/>
            <a:ext cx="432306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Kdo pacienta posílá, s jakou otázkou a proč; předchozí závěry</a:t>
            </a:r>
            <a:endParaRPr/>
          </a:p>
        </p:txBody>
      </p:sp>
      <p:sp>
        <p:nvSpPr>
          <p:cNvPr id="1578" name="Google Shape;1578;p7"/>
          <p:cNvSpPr/>
          <p:nvPr/>
        </p:nvSpPr>
        <p:spPr>
          <a:xfrm>
            <a:off x="6234611" y="3038786"/>
            <a:ext cx="5526645" cy="1203580"/>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79" name="Google Shape;1579;p7"/>
          <p:cNvSpPr/>
          <p:nvPr/>
        </p:nvSpPr>
        <p:spPr>
          <a:xfrm>
            <a:off x="6455675" y="3308978"/>
            <a:ext cx="638635" cy="638634"/>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book_w.png" id="1580" name="Google Shape;1580;p7"/>
          <p:cNvPicPr preferRelativeResize="0"/>
          <p:nvPr/>
        </p:nvPicPr>
        <p:blipFill rotWithShape="1">
          <a:blip r:embed="rId6">
            <a:alphaModFix/>
          </a:blip>
          <a:srcRect b="0" l="0" r="0" t="0"/>
          <a:stretch/>
        </p:blipFill>
        <p:spPr>
          <a:xfrm>
            <a:off x="6621720" y="3475021"/>
            <a:ext cx="306544" cy="306544"/>
          </a:xfrm>
          <a:prstGeom prst="rect">
            <a:avLst/>
          </a:prstGeom>
          <a:noFill/>
          <a:ln>
            <a:noFill/>
          </a:ln>
        </p:spPr>
      </p:pic>
      <p:sp>
        <p:nvSpPr>
          <p:cNvPr id="1581" name="Google Shape;1581;p7"/>
          <p:cNvSpPr txBox="1"/>
          <p:nvPr/>
        </p:nvSpPr>
        <p:spPr>
          <a:xfrm>
            <a:off x="7290814" y="3161601"/>
            <a:ext cx="4323065" cy="276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Doporučené postupy a studie</a:t>
            </a:r>
            <a:endParaRPr/>
          </a:p>
        </p:txBody>
      </p:sp>
      <p:sp>
        <p:nvSpPr>
          <p:cNvPr id="1582" name="Google Shape;1582;p7"/>
          <p:cNvSpPr txBox="1"/>
          <p:nvPr/>
        </p:nvSpPr>
        <p:spPr>
          <a:xfrm>
            <a:off x="7290814" y="3530042"/>
            <a:ext cx="432306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Výtah z odborných doporučení (guidelines) + 3–5 smyšlených klinických studií</a:t>
            </a:r>
            <a:endParaRPr/>
          </a:p>
        </p:txBody>
      </p:sp>
      <p:sp>
        <p:nvSpPr>
          <p:cNvPr id="1583" name="Google Shape;1583;p7"/>
          <p:cNvSpPr/>
          <p:nvPr/>
        </p:nvSpPr>
        <p:spPr>
          <a:xfrm>
            <a:off x="450055" y="4389743"/>
            <a:ext cx="5526645" cy="1203580"/>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84" name="Google Shape;1584;p7"/>
          <p:cNvSpPr/>
          <p:nvPr/>
        </p:nvSpPr>
        <p:spPr>
          <a:xfrm>
            <a:off x="671121" y="4659935"/>
            <a:ext cx="638635" cy="638634"/>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users_w.png" id="1585" name="Google Shape;1585;p7"/>
          <p:cNvPicPr preferRelativeResize="0"/>
          <p:nvPr/>
        </p:nvPicPr>
        <p:blipFill rotWithShape="1">
          <a:blip r:embed="rId7">
            <a:alphaModFix/>
          </a:blip>
          <a:srcRect b="0" l="0" r="0" t="0"/>
          <a:stretch/>
        </p:blipFill>
        <p:spPr>
          <a:xfrm>
            <a:off x="837165" y="4825979"/>
            <a:ext cx="306544" cy="306544"/>
          </a:xfrm>
          <a:prstGeom prst="rect">
            <a:avLst/>
          </a:prstGeom>
          <a:noFill/>
          <a:ln>
            <a:noFill/>
          </a:ln>
        </p:spPr>
      </p:pic>
      <p:sp>
        <p:nvSpPr>
          <p:cNvPr id="1586" name="Google Shape;1586;p7"/>
          <p:cNvSpPr txBox="1"/>
          <p:nvPr/>
        </p:nvSpPr>
        <p:spPr>
          <a:xfrm>
            <a:off x="1506258" y="4512558"/>
            <a:ext cx="4323065" cy="276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3–5 příběhů pacientů</a:t>
            </a:r>
            <a:endParaRPr/>
          </a:p>
        </p:txBody>
      </p:sp>
      <p:sp>
        <p:nvSpPr>
          <p:cNvPr id="1587" name="Google Shape;1587;p7"/>
          <p:cNvSpPr txBox="1"/>
          <p:nvPr/>
        </p:nvSpPr>
        <p:spPr>
          <a:xfrm>
            <a:off x="1506258" y="4881001"/>
            <a:ext cx="432306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Různé typy nádorů se schválně vloženými chybami a mezerami + správné řešení pro hodnocení</a:t>
            </a:r>
            <a:endParaRPr/>
          </a:p>
        </p:txBody>
      </p:sp>
      <p:sp>
        <p:nvSpPr>
          <p:cNvPr id="1588" name="Google Shape;1588;p7"/>
          <p:cNvSpPr/>
          <p:nvPr/>
        </p:nvSpPr>
        <p:spPr>
          <a:xfrm>
            <a:off x="6234611" y="4389743"/>
            <a:ext cx="5526645" cy="1203580"/>
          </a:xfrm>
          <a:prstGeom prst="roundRect">
            <a:avLst>
              <a:gd fmla="val 6000" name="adj"/>
            </a:avLst>
          </a:prstGeom>
          <a:solidFill>
            <a:srgbClr val="F2F4F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589" name="Google Shape;1589;p7"/>
          <p:cNvSpPr/>
          <p:nvPr/>
        </p:nvSpPr>
        <p:spPr>
          <a:xfrm>
            <a:off x="6455675" y="4659935"/>
            <a:ext cx="638635" cy="638634"/>
          </a:xfrm>
          <a:prstGeom prst="ellipse">
            <a:avLst/>
          </a:prstGeom>
          <a:solidFill>
            <a:srgbClr val="546B75"/>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mic_w.png" id="1590" name="Google Shape;1590;p7"/>
          <p:cNvPicPr preferRelativeResize="0"/>
          <p:nvPr/>
        </p:nvPicPr>
        <p:blipFill rotWithShape="1">
          <a:blip r:embed="rId8">
            <a:alphaModFix/>
          </a:blip>
          <a:srcRect b="0" l="0" r="0" t="0"/>
          <a:stretch/>
        </p:blipFill>
        <p:spPr>
          <a:xfrm>
            <a:off x="6621720" y="4825979"/>
            <a:ext cx="306544" cy="306544"/>
          </a:xfrm>
          <a:prstGeom prst="rect">
            <a:avLst/>
          </a:prstGeom>
          <a:noFill/>
          <a:ln>
            <a:noFill/>
          </a:ln>
        </p:spPr>
      </p:pic>
      <p:sp>
        <p:nvSpPr>
          <p:cNvPr id="1591" name="Google Shape;1591;p7"/>
          <p:cNvSpPr txBox="1"/>
          <p:nvPr/>
        </p:nvSpPr>
        <p:spPr>
          <a:xfrm>
            <a:off x="7290814" y="4512558"/>
            <a:ext cx="4323065" cy="276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Bonus: přepis diskuse</a:t>
            </a:r>
            <a:endParaRPr/>
          </a:p>
        </p:txBody>
      </p:sp>
      <p:sp>
        <p:nvSpPr>
          <p:cNvPr id="1592" name="Google Shape;1592;p7"/>
          <p:cNvSpPr txBox="1"/>
          <p:nvPr/>
        </p:nvSpPr>
        <p:spPr>
          <a:xfrm>
            <a:off x="7290814" y="4881001"/>
            <a:ext cx="4323065"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chemeClr val="dk1"/>
                </a:solidFill>
                <a:latin typeface="Roboto Light"/>
                <a:ea typeface="Roboto Light"/>
                <a:cs typeface="Roboto Light"/>
                <a:sym typeface="Roboto Light"/>
              </a:rPr>
              <a:t>Text (příp. audio) z porady pro testování AI zapisovatele</a:t>
            </a:r>
            <a:endParaRPr/>
          </a:p>
        </p:txBody>
      </p:sp>
      <p:sp>
        <p:nvSpPr>
          <p:cNvPr id="1593" name="Google Shape;1593;p7"/>
          <p:cNvSpPr txBox="1"/>
          <p:nvPr/>
        </p:nvSpPr>
        <p:spPr>
          <a:xfrm>
            <a:off x="579011" y="5895550"/>
            <a:ext cx="11182246"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200">
                <a:solidFill>
                  <a:schemeClr val="dk1"/>
                </a:solidFill>
                <a:latin typeface="Roboto Medium"/>
                <a:ea typeface="Roboto Medium"/>
                <a:cs typeface="Roboto Medium"/>
                <a:sym typeface="Roboto Medium"/>
              </a:rPr>
              <a:t>Více: </a:t>
            </a:r>
            <a:r>
              <a:rPr b="0" i="0" lang="en-US" sz="1200" u="sng">
                <a:solidFill>
                  <a:schemeClr val="dk1"/>
                </a:solidFill>
                <a:latin typeface="Roboto Light"/>
                <a:ea typeface="Roboto Light"/>
                <a:cs typeface="Roboto Light"/>
                <a:sym typeface="Roboto Light"/>
                <a:hlinkClick r:id="rId9">
                  <a:extLst>
                    <a:ext uri="{A12FA001-AC4F-418D-AE19-62706E023703}">
                      <ahyp:hlinkClr val="tx"/>
                    </a:ext>
                  </a:extLst>
                </a:hlinkClick>
              </a:rPr>
              <a:t>EORTC QLQ-C30 (dotazník kvality života)</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10">
                  <a:extLst>
                    <a:ext uri="{A12FA001-AC4F-418D-AE19-62706E023703}">
                      <ahyp:hlinkClr val="tx"/>
                    </a:ext>
                  </a:extLst>
                </a:hlinkClick>
              </a:rPr>
              <a:t>PRO-CTCAE (nežádoucí účinky z pohledu pacienta)</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11">
                  <a:extLst>
                    <a:ext uri="{A12FA001-AC4F-418D-AE19-62706E023703}">
                      <ahyp:hlinkClr val="tx"/>
                    </a:ext>
                  </a:extLst>
                </a:hlinkClick>
              </a:rPr>
              <a:t>ESMO guidelines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8"/>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600" name="Google Shape;1600;p8"/>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00000"/>
              </a:buClr>
              <a:buSzPts val="4000"/>
              <a:buFont typeface="Roboto Medium"/>
              <a:buNone/>
            </a:pPr>
            <a:r>
              <a:rPr lang="en-US"/>
              <a:t>Standardy: společný jazyk zdravotnických dat</a:t>
            </a:r>
            <a:endParaRPr/>
          </a:p>
        </p:txBody>
      </p:sp>
      <p:sp>
        <p:nvSpPr>
          <p:cNvPr id="1601" name="Google Shape;1601;p8"/>
          <p:cNvSpPr/>
          <p:nvPr/>
        </p:nvSpPr>
        <p:spPr>
          <a:xfrm>
            <a:off x="494833" y="1573530"/>
            <a:ext cx="5932916" cy="3975667"/>
          </a:xfrm>
          <a:prstGeom prst="roundRect">
            <a:avLst>
              <a:gd fmla="val 3844"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4000">
              <a:solidFill>
                <a:schemeClr val="lt1"/>
              </a:solidFill>
              <a:latin typeface="Roboto Light"/>
              <a:ea typeface="Roboto Light"/>
              <a:cs typeface="Roboto Light"/>
              <a:sym typeface="Roboto Light"/>
            </a:endParaRPr>
          </a:p>
        </p:txBody>
      </p:sp>
      <p:sp>
        <p:nvSpPr>
          <p:cNvPr id="1602" name="Google Shape;1602;p8"/>
          <p:cNvSpPr/>
          <p:nvPr/>
        </p:nvSpPr>
        <p:spPr>
          <a:xfrm>
            <a:off x="678325" y="1720324"/>
            <a:ext cx="562710" cy="562710"/>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4000">
              <a:solidFill>
                <a:schemeClr val="lt1"/>
              </a:solidFill>
              <a:latin typeface="Roboto Light"/>
              <a:ea typeface="Roboto Light"/>
              <a:cs typeface="Roboto Light"/>
              <a:sym typeface="Roboto Light"/>
            </a:endParaRPr>
          </a:p>
        </p:txBody>
      </p:sp>
      <p:pic>
        <p:nvPicPr>
          <p:cNvPr descr="diagram_w.png" id="1603" name="Google Shape;1603;p8"/>
          <p:cNvPicPr preferRelativeResize="0"/>
          <p:nvPr/>
        </p:nvPicPr>
        <p:blipFill rotWithShape="1">
          <a:blip r:embed="rId3">
            <a:alphaModFix/>
          </a:blip>
          <a:srcRect b="0" l="0" r="0" t="0"/>
          <a:stretch/>
        </p:blipFill>
        <p:spPr>
          <a:xfrm>
            <a:off x="824629" y="1866628"/>
            <a:ext cx="270100" cy="270100"/>
          </a:xfrm>
          <a:prstGeom prst="rect">
            <a:avLst/>
          </a:prstGeom>
          <a:noFill/>
          <a:ln>
            <a:noFill/>
          </a:ln>
        </p:spPr>
      </p:pic>
      <p:sp>
        <p:nvSpPr>
          <p:cNvPr id="1604" name="Google Shape;1604;p8"/>
          <p:cNvSpPr txBox="1"/>
          <p:nvPr/>
        </p:nvSpPr>
        <p:spPr>
          <a:xfrm>
            <a:off x="1375596" y="1695858"/>
            <a:ext cx="4954291" cy="61555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400">
                <a:solidFill>
                  <a:schemeClr val="dk1"/>
                </a:solidFill>
                <a:latin typeface="Roboto Medium"/>
                <a:ea typeface="Roboto Medium"/>
                <a:cs typeface="Roboto Medium"/>
                <a:sym typeface="Roboto Medium"/>
              </a:rPr>
              <a:t>HL7 FHIR R4</a:t>
            </a:r>
            <a:endParaRPr/>
          </a:p>
          <a:p>
            <a:pPr indent="0" lvl="0" marL="0" marR="0" rtl="0" algn="l">
              <a:spcBef>
                <a:spcPts val="0"/>
              </a:spcBef>
              <a:spcAft>
                <a:spcPts val="0"/>
              </a:spcAft>
              <a:buNone/>
            </a:pPr>
            <a:r>
              <a:rPr b="0" i="0" lang="en-US" sz="1600">
                <a:solidFill>
                  <a:schemeClr val="dk1"/>
                </a:solidFill>
                <a:latin typeface="Roboto Light"/>
                <a:ea typeface="Roboto Light"/>
                <a:cs typeface="Roboto Light"/>
                <a:sym typeface="Roboto Light"/>
              </a:rPr>
              <a:t>mezinárodní standard pro výměnu zdravotních dat</a:t>
            </a:r>
            <a:endParaRPr/>
          </a:p>
        </p:txBody>
      </p:sp>
      <p:sp>
        <p:nvSpPr>
          <p:cNvPr id="1605" name="Google Shape;1605;p8"/>
          <p:cNvSpPr txBox="1"/>
          <p:nvPr/>
        </p:nvSpPr>
        <p:spPr>
          <a:xfrm>
            <a:off x="702791" y="2429827"/>
            <a:ext cx="5565932"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333333"/>
                </a:solidFill>
                <a:latin typeface="Roboto Light"/>
                <a:ea typeface="Roboto Light"/>
                <a:cs typeface="Roboto Light"/>
                <a:sym typeface="Roboto Light"/>
              </a:rPr>
              <a:t>Data skládá z „kostek“ (tzv. zdrojů). Pro export závěru komise se hodí např.:</a:t>
            </a:r>
            <a:endParaRPr/>
          </a:p>
        </p:txBody>
      </p:sp>
      <p:sp>
        <p:nvSpPr>
          <p:cNvPr id="1606" name="Google Shape;1606;p8"/>
          <p:cNvSpPr/>
          <p:nvPr/>
        </p:nvSpPr>
        <p:spPr>
          <a:xfrm>
            <a:off x="702791" y="3004770"/>
            <a:ext cx="2079579" cy="489313"/>
          </a:xfrm>
          <a:prstGeom prst="roundRect">
            <a:avLst>
              <a:gd fmla="val 6000" name="adj"/>
            </a:avLst>
          </a:prstGeom>
          <a:solidFill>
            <a:srgbClr val="FFFFFF"/>
          </a:solidFill>
          <a:ln cap="flat" cmpd="sng" w="12700">
            <a:solidFill>
              <a:schemeClr val="lt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spcBef>
                <a:spcPts val="0"/>
              </a:spcBef>
              <a:spcAft>
                <a:spcPts val="0"/>
              </a:spcAft>
              <a:buNone/>
            </a:pPr>
            <a:r>
              <a:rPr i="0" lang="en-US" sz="1600">
                <a:solidFill>
                  <a:srgbClr val="3A9D8A"/>
                </a:solidFill>
                <a:latin typeface="Roboto Medium"/>
                <a:ea typeface="Roboto Medium"/>
                <a:cs typeface="Roboto Medium"/>
                <a:sym typeface="Roboto Medium"/>
              </a:rPr>
              <a:t>Condition</a:t>
            </a:r>
            <a:endParaRPr/>
          </a:p>
        </p:txBody>
      </p:sp>
      <p:sp>
        <p:nvSpPr>
          <p:cNvPr id="1607" name="Google Shape;1607;p8"/>
          <p:cNvSpPr txBox="1"/>
          <p:nvPr/>
        </p:nvSpPr>
        <p:spPr>
          <a:xfrm>
            <a:off x="2929163" y="3126317"/>
            <a:ext cx="3425189" cy="24622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600">
                <a:solidFill>
                  <a:srgbClr val="333333"/>
                </a:solidFill>
                <a:latin typeface="Roboto Light"/>
                <a:ea typeface="Roboto Light"/>
                <a:cs typeface="Roboto Light"/>
                <a:sym typeface="Roboto Light"/>
              </a:rPr>
              <a:t>diagnóza a rozsah nádoru</a:t>
            </a:r>
            <a:endParaRPr/>
          </a:p>
        </p:txBody>
      </p:sp>
      <p:sp>
        <p:nvSpPr>
          <p:cNvPr id="1608" name="Google Shape;1608;p8"/>
          <p:cNvSpPr/>
          <p:nvPr/>
        </p:nvSpPr>
        <p:spPr>
          <a:xfrm>
            <a:off x="702791" y="3616411"/>
            <a:ext cx="2079579" cy="489313"/>
          </a:xfrm>
          <a:prstGeom prst="roundRect">
            <a:avLst>
              <a:gd fmla="val 6000" name="adj"/>
            </a:avLst>
          </a:prstGeom>
          <a:solidFill>
            <a:srgbClr val="FFFFFF"/>
          </a:solidFill>
          <a:ln cap="flat" cmpd="sng" w="12700">
            <a:solidFill>
              <a:schemeClr val="lt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spcBef>
                <a:spcPts val="0"/>
              </a:spcBef>
              <a:spcAft>
                <a:spcPts val="0"/>
              </a:spcAft>
              <a:buNone/>
            </a:pPr>
            <a:r>
              <a:rPr i="0" lang="en-US" sz="1600">
                <a:solidFill>
                  <a:srgbClr val="3A9D8A"/>
                </a:solidFill>
                <a:latin typeface="Roboto Medium"/>
                <a:ea typeface="Roboto Medium"/>
                <a:cs typeface="Roboto Medium"/>
                <a:sym typeface="Roboto Medium"/>
              </a:rPr>
              <a:t>Observation</a:t>
            </a:r>
            <a:endParaRPr/>
          </a:p>
        </p:txBody>
      </p:sp>
      <p:sp>
        <p:nvSpPr>
          <p:cNvPr id="1609" name="Google Shape;1609;p8"/>
          <p:cNvSpPr txBox="1"/>
          <p:nvPr/>
        </p:nvSpPr>
        <p:spPr>
          <a:xfrm>
            <a:off x="2929163" y="3737957"/>
            <a:ext cx="3425189" cy="24622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600">
                <a:solidFill>
                  <a:srgbClr val="333333"/>
                </a:solidFill>
                <a:latin typeface="Roboto Light"/>
                <a:ea typeface="Roboto Light"/>
                <a:cs typeface="Roboto Light"/>
                <a:sym typeface="Roboto Light"/>
              </a:rPr>
              <a:t>biomarkery, kondice, dotazník</a:t>
            </a:r>
            <a:endParaRPr/>
          </a:p>
        </p:txBody>
      </p:sp>
      <p:sp>
        <p:nvSpPr>
          <p:cNvPr id="1610" name="Google Shape;1610;p8"/>
          <p:cNvSpPr/>
          <p:nvPr/>
        </p:nvSpPr>
        <p:spPr>
          <a:xfrm>
            <a:off x="702791" y="4228052"/>
            <a:ext cx="2079579" cy="489313"/>
          </a:xfrm>
          <a:prstGeom prst="roundRect">
            <a:avLst>
              <a:gd fmla="val 6000" name="adj"/>
            </a:avLst>
          </a:prstGeom>
          <a:solidFill>
            <a:srgbClr val="FFFFFF"/>
          </a:solidFill>
          <a:ln cap="flat" cmpd="sng" w="12700">
            <a:solidFill>
              <a:schemeClr val="lt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spcBef>
                <a:spcPts val="0"/>
              </a:spcBef>
              <a:spcAft>
                <a:spcPts val="0"/>
              </a:spcAft>
              <a:buNone/>
            </a:pPr>
            <a:r>
              <a:rPr i="0" lang="en-US" sz="1600">
                <a:solidFill>
                  <a:srgbClr val="3A9D8A"/>
                </a:solidFill>
                <a:latin typeface="Roboto Medium"/>
                <a:ea typeface="Roboto Medium"/>
                <a:cs typeface="Roboto Medium"/>
                <a:sym typeface="Roboto Medium"/>
              </a:rPr>
              <a:t>CarePlan + Task</a:t>
            </a:r>
            <a:endParaRPr/>
          </a:p>
        </p:txBody>
      </p:sp>
      <p:sp>
        <p:nvSpPr>
          <p:cNvPr id="1611" name="Google Shape;1611;p8"/>
          <p:cNvSpPr txBox="1"/>
          <p:nvPr/>
        </p:nvSpPr>
        <p:spPr>
          <a:xfrm>
            <a:off x="2929163" y="4349599"/>
            <a:ext cx="3425189" cy="24622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600">
                <a:solidFill>
                  <a:srgbClr val="333333"/>
                </a:solidFill>
                <a:latin typeface="Roboto Light"/>
                <a:ea typeface="Roboto Light"/>
                <a:cs typeface="Roboto Light"/>
                <a:sym typeface="Roboto Light"/>
              </a:rPr>
              <a:t>rozhodnutí a úkoly</a:t>
            </a:r>
            <a:endParaRPr/>
          </a:p>
        </p:txBody>
      </p:sp>
      <p:sp>
        <p:nvSpPr>
          <p:cNvPr id="1612" name="Google Shape;1612;p8"/>
          <p:cNvSpPr/>
          <p:nvPr/>
        </p:nvSpPr>
        <p:spPr>
          <a:xfrm>
            <a:off x="702791" y="4839693"/>
            <a:ext cx="2079579" cy="489313"/>
          </a:xfrm>
          <a:prstGeom prst="roundRect">
            <a:avLst>
              <a:gd fmla="val 6000" name="adj"/>
            </a:avLst>
          </a:prstGeom>
          <a:solidFill>
            <a:srgbClr val="FFFFFF"/>
          </a:solidFill>
          <a:ln cap="flat" cmpd="sng" w="12700">
            <a:solidFill>
              <a:schemeClr val="lt2"/>
            </a:solidFill>
            <a:prstDash val="solid"/>
            <a:round/>
            <a:headEnd len="sm" w="sm" type="none"/>
            <a:tailEnd len="sm" w="sm" type="none"/>
          </a:ln>
        </p:spPr>
        <p:txBody>
          <a:bodyPr anchorCtr="0" anchor="ctr" bIns="27425" lIns="27425" spcFirstLastPara="1" rIns="27425" wrap="square" tIns="27425">
            <a:noAutofit/>
          </a:bodyPr>
          <a:lstStyle/>
          <a:p>
            <a:pPr indent="0" lvl="0" marL="0" marR="0" rtl="0" algn="ctr">
              <a:spcBef>
                <a:spcPts val="0"/>
              </a:spcBef>
              <a:spcAft>
                <a:spcPts val="0"/>
              </a:spcAft>
              <a:buNone/>
            </a:pPr>
            <a:r>
              <a:rPr i="0" lang="en-US" sz="1600">
                <a:solidFill>
                  <a:srgbClr val="3A9D8A"/>
                </a:solidFill>
                <a:latin typeface="Roboto Medium"/>
                <a:ea typeface="Roboto Medium"/>
                <a:cs typeface="Roboto Medium"/>
                <a:sym typeface="Roboto Medium"/>
              </a:rPr>
              <a:t>Provenance</a:t>
            </a:r>
            <a:endParaRPr/>
          </a:p>
        </p:txBody>
      </p:sp>
      <p:sp>
        <p:nvSpPr>
          <p:cNvPr id="1613" name="Google Shape;1613;p8"/>
          <p:cNvSpPr txBox="1"/>
          <p:nvPr/>
        </p:nvSpPr>
        <p:spPr>
          <a:xfrm>
            <a:off x="2929163" y="4961240"/>
            <a:ext cx="3425189" cy="24622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600">
                <a:solidFill>
                  <a:srgbClr val="333333"/>
                </a:solidFill>
                <a:latin typeface="Roboto Light"/>
                <a:ea typeface="Roboto Light"/>
                <a:cs typeface="Roboto Light"/>
                <a:sym typeface="Roboto Light"/>
              </a:rPr>
              <a:t>odkud tvrzení je a kdo ho potvrdil</a:t>
            </a:r>
            <a:endParaRPr/>
          </a:p>
        </p:txBody>
      </p:sp>
      <p:sp>
        <p:nvSpPr>
          <p:cNvPr id="1614" name="Google Shape;1614;p8"/>
          <p:cNvSpPr/>
          <p:nvPr/>
        </p:nvSpPr>
        <p:spPr>
          <a:xfrm>
            <a:off x="6635707" y="1573530"/>
            <a:ext cx="5125550" cy="2507727"/>
          </a:xfrm>
          <a:prstGeom prst="roundRect">
            <a:avLst>
              <a:gd fmla="val 6000" name="adj"/>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4000">
              <a:solidFill>
                <a:schemeClr val="lt1"/>
              </a:solidFill>
              <a:latin typeface="Roboto Light"/>
              <a:ea typeface="Roboto Light"/>
              <a:cs typeface="Roboto Light"/>
              <a:sym typeface="Roboto Light"/>
            </a:endParaRPr>
          </a:p>
        </p:txBody>
      </p:sp>
      <p:sp>
        <p:nvSpPr>
          <p:cNvPr id="1615" name="Google Shape;1615;p8"/>
          <p:cNvSpPr/>
          <p:nvPr/>
        </p:nvSpPr>
        <p:spPr>
          <a:xfrm>
            <a:off x="6819199" y="1720324"/>
            <a:ext cx="562710" cy="562710"/>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4000">
              <a:solidFill>
                <a:schemeClr val="lt1"/>
              </a:solidFill>
              <a:latin typeface="Roboto Light"/>
              <a:ea typeface="Roboto Light"/>
              <a:cs typeface="Roboto Light"/>
              <a:sym typeface="Roboto Light"/>
            </a:endParaRPr>
          </a:p>
        </p:txBody>
      </p:sp>
      <p:pic>
        <p:nvPicPr>
          <p:cNvPr descr="globe_w.png" id="1616" name="Google Shape;1616;p8"/>
          <p:cNvPicPr preferRelativeResize="0"/>
          <p:nvPr/>
        </p:nvPicPr>
        <p:blipFill rotWithShape="1">
          <a:blip r:embed="rId4">
            <a:alphaModFix/>
          </a:blip>
          <a:srcRect b="0" l="0" r="0" t="0"/>
          <a:stretch/>
        </p:blipFill>
        <p:spPr>
          <a:xfrm>
            <a:off x="6965503" y="1866628"/>
            <a:ext cx="270100" cy="270100"/>
          </a:xfrm>
          <a:prstGeom prst="rect">
            <a:avLst/>
          </a:prstGeom>
          <a:noFill/>
          <a:ln>
            <a:noFill/>
          </a:ln>
        </p:spPr>
      </p:pic>
      <p:sp>
        <p:nvSpPr>
          <p:cNvPr id="1617" name="Google Shape;1617;p8"/>
          <p:cNvSpPr txBox="1"/>
          <p:nvPr/>
        </p:nvSpPr>
        <p:spPr>
          <a:xfrm>
            <a:off x="7528702" y="1695858"/>
            <a:ext cx="4097994" cy="55399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FFFFFF"/>
                </a:solidFill>
                <a:latin typeface="Roboto Medium"/>
                <a:ea typeface="Roboto Medium"/>
                <a:cs typeface="Roboto Medium"/>
                <a:sym typeface="Roboto Medium"/>
              </a:rPr>
              <a:t>Onkologické datové modely</a:t>
            </a:r>
            <a:endParaRPr/>
          </a:p>
          <a:p>
            <a:pPr indent="0" lvl="0" marL="0" marR="0" rtl="0" algn="l">
              <a:spcBef>
                <a:spcPts val="0"/>
              </a:spcBef>
              <a:spcAft>
                <a:spcPts val="0"/>
              </a:spcAft>
              <a:buNone/>
            </a:pPr>
            <a:r>
              <a:rPr b="0" i="0" lang="en-US" sz="1600">
                <a:solidFill>
                  <a:srgbClr val="FFFFFF"/>
                </a:solidFill>
                <a:latin typeface="Roboto Light"/>
                <a:ea typeface="Roboto Light"/>
                <a:cs typeface="Roboto Light"/>
                <a:sym typeface="Roboto Light"/>
              </a:rPr>
              <a:t>co přesně o nádoru zaznamenat a jak</a:t>
            </a:r>
            <a:endParaRPr/>
          </a:p>
        </p:txBody>
      </p:sp>
      <p:sp>
        <p:nvSpPr>
          <p:cNvPr id="1618" name="Google Shape;1618;p8"/>
          <p:cNvSpPr txBox="1"/>
          <p:nvPr/>
        </p:nvSpPr>
        <p:spPr>
          <a:xfrm>
            <a:off x="6819199" y="2429827"/>
            <a:ext cx="4831963" cy="1436291"/>
          </a:xfrm>
          <a:prstGeom prst="rect">
            <a:avLst/>
          </a:prstGeom>
          <a:noFill/>
          <a:ln>
            <a:noFill/>
          </a:ln>
        </p:spPr>
        <p:txBody>
          <a:bodyPr anchorCtr="0" anchor="t" bIns="0" lIns="0" spcFirstLastPara="1" rIns="0" wrap="square" tIns="0">
            <a:spAutoFit/>
          </a:bodyPr>
          <a:lstStyle/>
          <a:p>
            <a:pPr indent="-146304" lvl="0" marL="146304" marR="0" rtl="0" algn="l">
              <a:spcBef>
                <a:spcPts val="0"/>
              </a:spcBef>
              <a:spcAft>
                <a:spcPts val="0"/>
              </a:spcAft>
              <a:buClr>
                <a:srgbClr val="FFFFFF"/>
              </a:buClr>
              <a:buSzPts val="1800"/>
              <a:buFont typeface="Arial"/>
              <a:buChar char="•"/>
            </a:pPr>
            <a:r>
              <a:rPr i="0" lang="en-US" sz="1800">
                <a:solidFill>
                  <a:srgbClr val="FFFFFF"/>
                </a:solidFill>
                <a:latin typeface="Roboto Medium"/>
                <a:ea typeface="Roboto Medium"/>
                <a:cs typeface="Roboto Medium"/>
                <a:sym typeface="Roboto Medium"/>
              </a:rPr>
              <a:t>mCODE</a:t>
            </a:r>
            <a:r>
              <a:rPr b="0" i="0" lang="en-US" sz="1800">
                <a:solidFill>
                  <a:srgbClr val="FFFFFF"/>
                </a:solidFill>
                <a:latin typeface="Roboto Light"/>
                <a:ea typeface="Roboto Light"/>
                <a:cs typeface="Roboto Light"/>
                <a:sym typeface="Roboto Light"/>
              </a:rPr>
              <a:t> – minimální sada onkologických dat ve FHIR (USA)</a:t>
            </a:r>
            <a:endParaRPr/>
          </a:p>
          <a:p>
            <a:pPr indent="-146304" lvl="0" marL="146304" marR="0" rtl="0" algn="l">
              <a:spcBef>
                <a:spcPts val="400"/>
              </a:spcBef>
              <a:spcAft>
                <a:spcPts val="0"/>
              </a:spcAft>
              <a:buClr>
                <a:srgbClr val="FFFFFF"/>
              </a:buClr>
              <a:buSzPts val="1800"/>
              <a:buFont typeface="Arial"/>
              <a:buChar char="•"/>
            </a:pPr>
            <a:r>
              <a:rPr i="0" lang="en-US" sz="1800">
                <a:solidFill>
                  <a:srgbClr val="FFFFFF"/>
                </a:solidFill>
                <a:latin typeface="Roboto Medium"/>
                <a:ea typeface="Roboto Medium"/>
                <a:cs typeface="Roboto Medium"/>
                <a:sym typeface="Roboto Medium"/>
              </a:rPr>
              <a:t>HL7 Europe Common Cancer Model – </a:t>
            </a:r>
            <a:r>
              <a:rPr b="0" i="0" lang="en-US" sz="1800">
                <a:solidFill>
                  <a:srgbClr val="FFFFFF"/>
                </a:solidFill>
                <a:latin typeface="Roboto Light"/>
                <a:ea typeface="Roboto Light"/>
                <a:cs typeface="Roboto Light"/>
                <a:sym typeface="Roboto Light"/>
              </a:rPr>
              <a:t>evropský společný model pro onkologii; mapuje se na FHIR i výzkumný formát OMOP</a:t>
            </a:r>
            <a:endParaRPr/>
          </a:p>
        </p:txBody>
      </p:sp>
      <p:sp>
        <p:nvSpPr>
          <p:cNvPr id="1619" name="Google Shape;1619;p8"/>
          <p:cNvSpPr txBox="1"/>
          <p:nvPr/>
        </p:nvSpPr>
        <p:spPr>
          <a:xfrm>
            <a:off x="6700062" y="4367601"/>
            <a:ext cx="5125550" cy="276999"/>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chemeClr val="dk1"/>
                </a:solidFill>
                <a:latin typeface="Roboto Medium"/>
                <a:ea typeface="Roboto Medium"/>
                <a:cs typeface="Roboto Medium"/>
                <a:sym typeface="Roboto Medium"/>
              </a:rPr>
              <a:t>Číselníky (terminologie) v datech</a:t>
            </a:r>
            <a:endParaRPr/>
          </a:p>
        </p:txBody>
      </p:sp>
      <p:sp>
        <p:nvSpPr>
          <p:cNvPr id="1620" name="Google Shape;1620;p8"/>
          <p:cNvSpPr txBox="1"/>
          <p:nvPr/>
        </p:nvSpPr>
        <p:spPr>
          <a:xfrm>
            <a:off x="6700062" y="4710120"/>
            <a:ext cx="5125550"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400">
                <a:solidFill>
                  <a:srgbClr val="333333"/>
                </a:solidFill>
                <a:latin typeface="Roboto Medium"/>
                <a:ea typeface="Roboto Medium"/>
                <a:cs typeface="Roboto Medium"/>
                <a:sym typeface="Roboto Medium"/>
              </a:rPr>
              <a:t>MKN-10 / ICD-O-3</a:t>
            </a:r>
            <a:r>
              <a:rPr i="0" lang="en-US" sz="1400">
                <a:solidFill>
                  <a:srgbClr val="546B75"/>
                </a:solidFill>
                <a:latin typeface="Roboto Medium"/>
                <a:ea typeface="Roboto Medium"/>
                <a:cs typeface="Roboto Medium"/>
                <a:sym typeface="Roboto Medium"/>
              </a:rPr>
              <a:t> </a:t>
            </a:r>
            <a:r>
              <a:rPr b="0" i="0" lang="en-US" sz="1400">
                <a:solidFill>
                  <a:srgbClr val="546B75"/>
                </a:solidFill>
                <a:latin typeface="Roboto Light"/>
                <a:ea typeface="Roboto Light"/>
                <a:cs typeface="Roboto Light"/>
                <a:sym typeface="Roboto Light"/>
              </a:rPr>
              <a:t>– kódy diagnóz a typů nádorů</a:t>
            </a:r>
            <a:endParaRPr/>
          </a:p>
          <a:p>
            <a:pPr indent="0" lvl="0" marL="0" marR="0" rtl="0" algn="l">
              <a:spcBef>
                <a:spcPts val="0"/>
              </a:spcBef>
              <a:spcAft>
                <a:spcPts val="0"/>
              </a:spcAft>
              <a:buNone/>
            </a:pPr>
            <a:r>
              <a:rPr i="0" lang="en-US" sz="1400">
                <a:solidFill>
                  <a:srgbClr val="333333"/>
                </a:solidFill>
                <a:latin typeface="Roboto Medium"/>
                <a:ea typeface="Roboto Medium"/>
                <a:cs typeface="Roboto Medium"/>
                <a:sym typeface="Roboto Medium"/>
              </a:rPr>
              <a:t>LOINC</a:t>
            </a:r>
            <a:r>
              <a:rPr b="0" i="0" lang="en-US" sz="1400">
                <a:solidFill>
                  <a:srgbClr val="546B75"/>
                </a:solidFill>
                <a:latin typeface="Roboto Light"/>
                <a:ea typeface="Roboto Light"/>
                <a:cs typeface="Roboto Light"/>
                <a:sym typeface="Roboto Light"/>
              </a:rPr>
              <a:t> – kódy laboratorních testů  ·  </a:t>
            </a:r>
            <a:r>
              <a:rPr i="0" lang="en-US" sz="1400">
                <a:solidFill>
                  <a:srgbClr val="333333"/>
                </a:solidFill>
                <a:latin typeface="Roboto Medium"/>
                <a:ea typeface="Roboto Medium"/>
                <a:cs typeface="Roboto Medium"/>
                <a:sym typeface="Roboto Medium"/>
              </a:rPr>
              <a:t>SNOMED CT</a:t>
            </a:r>
            <a:r>
              <a:rPr i="0" lang="en-US" sz="1400">
                <a:solidFill>
                  <a:srgbClr val="546B75"/>
                </a:solidFill>
                <a:latin typeface="Roboto Medium"/>
                <a:ea typeface="Roboto Medium"/>
                <a:cs typeface="Roboto Medium"/>
                <a:sym typeface="Roboto Medium"/>
              </a:rPr>
              <a:t> </a:t>
            </a:r>
            <a:r>
              <a:rPr b="0" i="0" lang="en-US" sz="1400">
                <a:solidFill>
                  <a:srgbClr val="546B75"/>
                </a:solidFill>
                <a:latin typeface="Roboto Light"/>
                <a:ea typeface="Roboto Light"/>
                <a:cs typeface="Roboto Light"/>
                <a:sym typeface="Roboto Light"/>
              </a:rPr>
              <a:t>– klinické pojmy</a:t>
            </a:r>
            <a:endParaRPr/>
          </a:p>
        </p:txBody>
      </p:sp>
      <p:sp>
        <p:nvSpPr>
          <p:cNvPr id="1621" name="Google Shape;1621;p8"/>
          <p:cNvSpPr txBox="1"/>
          <p:nvPr/>
        </p:nvSpPr>
        <p:spPr>
          <a:xfrm>
            <a:off x="702791" y="5938886"/>
            <a:ext cx="11108150" cy="184666"/>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200">
                <a:solidFill>
                  <a:schemeClr val="dk1"/>
                </a:solidFill>
                <a:latin typeface="Roboto Medium"/>
                <a:ea typeface="Roboto Medium"/>
                <a:cs typeface="Roboto Medium"/>
                <a:sym typeface="Roboto Medium"/>
              </a:rPr>
              <a:t>Více: </a:t>
            </a:r>
            <a:r>
              <a:rPr b="0" i="0" lang="en-US" sz="1200" u="sng">
                <a:solidFill>
                  <a:schemeClr val="dk1"/>
                </a:solidFill>
                <a:latin typeface="Roboto Light"/>
                <a:ea typeface="Roboto Light"/>
                <a:cs typeface="Roboto Light"/>
                <a:sym typeface="Roboto Light"/>
                <a:hlinkClick r:id="rId5">
                  <a:extLst>
                    <a:ext uri="{A12FA001-AC4F-418D-AE19-62706E023703}">
                      <ahyp:hlinkClr val="tx"/>
                    </a:ext>
                  </a:extLst>
                </a:hlinkClick>
              </a:rPr>
              <a:t>HL7 FHIR R4</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6">
                  <a:extLst>
                    <a:ext uri="{A12FA001-AC4F-418D-AE19-62706E023703}">
                      <ahyp:hlinkClr val="tx"/>
                    </a:ext>
                  </a:extLst>
                </a:hlinkClick>
              </a:rPr>
              <a:t>mCODE</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7">
                  <a:extLst>
                    <a:ext uri="{A12FA001-AC4F-418D-AE19-62706E023703}">
                      <ahyp:hlinkClr val="tx"/>
                    </a:ext>
                  </a:extLst>
                </a:hlinkClick>
              </a:rPr>
              <a:t>HL7 Europe Common Cancer Model</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8">
                  <a:extLst>
                    <a:ext uri="{A12FA001-AC4F-418D-AE19-62706E023703}">
                      <ahyp:hlinkClr val="tx"/>
                    </a:ext>
                  </a:extLst>
                </a:hlinkClick>
              </a:rPr>
              <a:t>LOINC</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9">
                  <a:extLst>
                    <a:ext uri="{A12FA001-AC4F-418D-AE19-62706E023703}">
                      <ahyp:hlinkClr val="tx"/>
                    </a:ext>
                  </a:extLst>
                </a:hlinkClick>
              </a:rPr>
              <a:t>SNOMED CT</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10">
                  <a:extLst>
                    <a:ext uri="{A12FA001-AC4F-418D-AE19-62706E023703}">
                      <ahyp:hlinkClr val="tx"/>
                    </a:ext>
                  </a:extLst>
                </a:hlinkClick>
              </a:rPr>
              <a:t>EHDS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p9"/>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628" name="Google Shape;1628;p9"/>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00000"/>
              </a:buClr>
              <a:buSzPts val="4000"/>
              <a:buFont typeface="Roboto Medium"/>
              <a:buNone/>
            </a:pPr>
            <a:r>
              <a:rPr lang="en-US"/>
              <a:t>Hodnocení a finálová ukázka</a:t>
            </a:r>
            <a:endParaRPr/>
          </a:p>
        </p:txBody>
      </p:sp>
      <p:graphicFrame>
        <p:nvGraphicFramePr>
          <p:cNvPr id="1629" name="Google Shape;1629;p9"/>
          <p:cNvGraphicFramePr/>
          <p:nvPr/>
        </p:nvGraphicFramePr>
        <p:xfrm>
          <a:off x="786067" y="1799433"/>
          <a:ext cx="5368440" cy="3115071"/>
        </p:xfrm>
        <a:graphic>
          <a:graphicData uri="http://schemas.openxmlformats.org/drawingml/2006/chart">
            <c:chart r:id="rId3"/>
          </a:graphicData>
        </a:graphic>
      </p:graphicFrame>
      <p:sp>
        <p:nvSpPr>
          <p:cNvPr id="1630" name="Google Shape;1630;p9"/>
          <p:cNvSpPr/>
          <p:nvPr/>
        </p:nvSpPr>
        <p:spPr>
          <a:xfrm>
            <a:off x="568927" y="5141729"/>
            <a:ext cx="5590088" cy="789904"/>
          </a:xfrm>
          <a:prstGeom prst="roundRect">
            <a:avLst>
              <a:gd fmla="val 14441" name="adj"/>
            </a:avLst>
          </a:prstGeom>
          <a:solidFill>
            <a:srgbClr val="BF2600"/>
          </a:solidFill>
          <a:ln>
            <a:noFill/>
          </a:ln>
        </p:spPr>
        <p:txBody>
          <a:bodyPr anchorCtr="0" anchor="ctr" bIns="137150" lIns="137150" spcFirstLastPara="1" rIns="137150" wrap="square" tIns="137150">
            <a:noAutofit/>
          </a:bodyPr>
          <a:lstStyle/>
          <a:p>
            <a:pPr indent="0" lvl="0" marL="0" marR="0" rtl="0" algn="l">
              <a:spcBef>
                <a:spcPts val="0"/>
              </a:spcBef>
              <a:spcAft>
                <a:spcPts val="0"/>
              </a:spcAft>
              <a:buNone/>
            </a:pPr>
            <a:r>
              <a:rPr i="0" lang="en-US" sz="2800">
                <a:solidFill>
                  <a:srgbClr val="FFFFFF"/>
                </a:solidFill>
                <a:latin typeface="Roboto Medium"/>
                <a:ea typeface="Roboto Medium"/>
                <a:cs typeface="Roboto Medium"/>
                <a:sym typeface="Roboto Medium"/>
              </a:rPr>
              <a:t>+10% </a:t>
            </a:r>
            <a:r>
              <a:rPr b="0" i="0" lang="en-US" sz="1400">
                <a:solidFill>
                  <a:srgbClr val="FFFFFF"/>
                </a:solidFill>
                <a:latin typeface="Roboto Light"/>
                <a:ea typeface="Roboto Light"/>
                <a:cs typeface="Roboto Light"/>
                <a:sym typeface="Roboto Light"/>
              </a:rPr>
              <a:t>za bonusové funkce – hodnotí se kvalita, ne počet</a:t>
            </a:r>
            <a:endParaRPr/>
          </a:p>
        </p:txBody>
      </p:sp>
      <p:sp>
        <p:nvSpPr>
          <p:cNvPr id="1631" name="Google Shape;1631;p9"/>
          <p:cNvSpPr/>
          <p:nvPr/>
        </p:nvSpPr>
        <p:spPr>
          <a:xfrm>
            <a:off x="6487129" y="1678305"/>
            <a:ext cx="5274127" cy="4253328"/>
          </a:xfrm>
          <a:prstGeom prst="roundRect">
            <a:avLst>
              <a:gd fmla="val 3985"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632" name="Google Shape;1632;p9"/>
          <p:cNvSpPr/>
          <p:nvPr/>
        </p:nvSpPr>
        <p:spPr>
          <a:xfrm>
            <a:off x="6669415" y="1824133"/>
            <a:ext cx="559009" cy="559009"/>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play_w.png" id="1633" name="Google Shape;1633;p9"/>
          <p:cNvPicPr preferRelativeResize="0"/>
          <p:nvPr/>
        </p:nvPicPr>
        <p:blipFill rotWithShape="1">
          <a:blip r:embed="rId4">
            <a:alphaModFix/>
          </a:blip>
          <a:srcRect b="0" l="0" r="0" t="0"/>
          <a:stretch/>
        </p:blipFill>
        <p:spPr>
          <a:xfrm>
            <a:off x="6814757" y="1969475"/>
            <a:ext cx="268324" cy="268324"/>
          </a:xfrm>
          <a:prstGeom prst="rect">
            <a:avLst/>
          </a:prstGeom>
          <a:noFill/>
          <a:ln>
            <a:noFill/>
          </a:ln>
        </p:spPr>
      </p:pic>
      <p:sp>
        <p:nvSpPr>
          <p:cNvPr id="1634" name="Google Shape;1634;p9"/>
          <p:cNvSpPr txBox="1"/>
          <p:nvPr/>
        </p:nvSpPr>
        <p:spPr>
          <a:xfrm>
            <a:off x="7374252" y="1799829"/>
            <a:ext cx="4253328" cy="49244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800">
                <a:solidFill>
                  <a:srgbClr val="333333"/>
                </a:solidFill>
                <a:latin typeface="Roboto Medium"/>
                <a:ea typeface="Roboto Medium"/>
                <a:cs typeface="Roboto Medium"/>
                <a:sym typeface="Roboto Medium"/>
              </a:rPr>
              <a:t>Finále: 5 minut, jeden pacient</a:t>
            </a:r>
            <a:endParaRPr/>
          </a:p>
          <a:p>
            <a:pPr indent="0" lvl="0" marL="0" marR="0" rtl="0" algn="l">
              <a:spcBef>
                <a:spcPts val="0"/>
              </a:spcBef>
              <a:spcAft>
                <a:spcPts val="0"/>
              </a:spcAft>
              <a:buNone/>
            </a:pPr>
            <a:r>
              <a:rPr b="0" i="0" lang="en-US" sz="1400">
                <a:solidFill>
                  <a:srgbClr val="546B75"/>
                </a:solidFill>
                <a:latin typeface="Roboto Light"/>
                <a:ea typeface="Roboto Light"/>
                <a:cs typeface="Roboto Light"/>
                <a:sym typeface="Roboto Light"/>
              </a:rPr>
              <a:t>celý cyklus komise v živé ukázce</a:t>
            </a:r>
            <a:endParaRPr/>
          </a:p>
        </p:txBody>
      </p:sp>
      <p:sp>
        <p:nvSpPr>
          <p:cNvPr id="1635" name="Google Shape;1635;p9"/>
          <p:cNvSpPr txBox="1"/>
          <p:nvPr/>
        </p:nvSpPr>
        <p:spPr>
          <a:xfrm>
            <a:off x="6880999" y="2662517"/>
            <a:ext cx="4625201" cy="1669688"/>
          </a:xfrm>
          <a:prstGeom prst="rect">
            <a:avLst/>
          </a:prstGeom>
          <a:noFill/>
          <a:ln>
            <a:noFill/>
          </a:ln>
        </p:spPr>
        <p:txBody>
          <a:bodyPr anchorCtr="0" anchor="t" bIns="0" lIns="0" spcFirstLastPara="1" rIns="0" wrap="square" tIns="0">
            <a:spAutoFit/>
          </a:bodyPr>
          <a:lstStyle/>
          <a:p>
            <a:pPr indent="-342900" lvl="0" marL="342900" marR="0" rtl="0" algn="l">
              <a:spcBef>
                <a:spcPts val="0"/>
              </a:spcBef>
              <a:spcAft>
                <a:spcPts val="0"/>
              </a:spcAft>
              <a:buClr>
                <a:srgbClr val="3A9D8A"/>
              </a:buClr>
              <a:buSzPts val="1600"/>
              <a:buFont typeface="Roboto Medium"/>
              <a:buAutoNum type="arabicPeriod"/>
            </a:pPr>
            <a:r>
              <a:rPr b="0" i="0" lang="en-US" sz="1600">
                <a:solidFill>
                  <a:srgbClr val="333333"/>
                </a:solidFill>
                <a:latin typeface="Roboto Light"/>
                <a:ea typeface="Roboto Light"/>
                <a:cs typeface="Roboto Light"/>
                <a:sym typeface="Roboto Light"/>
              </a:rPr>
              <a:t>Vygenerujte podklad podle nastavení</a:t>
            </a:r>
            <a:endParaRPr/>
          </a:p>
          <a:p>
            <a:pPr indent="-342900" lvl="0" marL="342900" marR="0" rtl="0" algn="l">
              <a:spcBef>
                <a:spcPts val="300"/>
              </a:spcBef>
              <a:spcAft>
                <a:spcPts val="0"/>
              </a:spcAft>
              <a:buClr>
                <a:srgbClr val="3A9D8A"/>
              </a:buClr>
              <a:buSzPts val="1600"/>
              <a:buFont typeface="Roboto Medium"/>
              <a:buAutoNum type="arabicPeriod"/>
            </a:pPr>
            <a:r>
              <a:rPr b="0" i="0" lang="en-US" sz="1600">
                <a:solidFill>
                  <a:srgbClr val="333333"/>
                </a:solidFill>
                <a:latin typeface="Roboto Light"/>
                <a:ea typeface="Roboto Light"/>
                <a:cs typeface="Roboto Light"/>
                <a:sym typeface="Roboto Light"/>
              </a:rPr>
              <a:t>Zorientujte se v souhrnu do 30 sekund</a:t>
            </a:r>
            <a:endParaRPr/>
          </a:p>
          <a:p>
            <a:pPr indent="-342900" lvl="0" marL="342900" marR="0" rtl="0" algn="l">
              <a:spcBef>
                <a:spcPts val="300"/>
              </a:spcBef>
              <a:spcAft>
                <a:spcPts val="0"/>
              </a:spcAft>
              <a:buClr>
                <a:srgbClr val="3A9D8A"/>
              </a:buClr>
              <a:buSzPts val="1600"/>
              <a:buFont typeface="Roboto Medium"/>
              <a:buAutoNum type="arabicPeriod"/>
            </a:pPr>
            <a:r>
              <a:rPr b="0" i="0" lang="en-US" sz="1600">
                <a:solidFill>
                  <a:srgbClr val="333333"/>
                </a:solidFill>
                <a:latin typeface="Roboto Light"/>
                <a:ea typeface="Roboto Light"/>
                <a:cs typeface="Roboto Light"/>
                <a:sym typeface="Roboto Light"/>
              </a:rPr>
              <a:t>Kliknutím ověřte tvrzení AI a varovný signál</a:t>
            </a:r>
            <a:endParaRPr/>
          </a:p>
          <a:p>
            <a:pPr indent="-342900" lvl="0" marL="342900" marR="0" rtl="0" algn="l">
              <a:spcBef>
                <a:spcPts val="300"/>
              </a:spcBef>
              <a:spcAft>
                <a:spcPts val="0"/>
              </a:spcAft>
              <a:buClr>
                <a:srgbClr val="3A9D8A"/>
              </a:buClr>
              <a:buSzPts val="1600"/>
              <a:buFont typeface="Roboto Medium"/>
              <a:buAutoNum type="arabicPeriod"/>
            </a:pPr>
            <a:r>
              <a:rPr b="0" i="0" lang="en-US" sz="1600">
                <a:solidFill>
                  <a:srgbClr val="333333"/>
                </a:solidFill>
                <a:latin typeface="Roboto Light"/>
                <a:ea typeface="Roboto Light"/>
                <a:cs typeface="Roboto Light"/>
                <a:sym typeface="Roboto Light"/>
              </a:rPr>
              <a:t>Ukažte možnosti léčby s citací a vhodné studie</a:t>
            </a:r>
            <a:endParaRPr/>
          </a:p>
          <a:p>
            <a:pPr indent="-342900" lvl="0" marL="342900" marR="0" rtl="0" algn="l">
              <a:spcBef>
                <a:spcPts val="300"/>
              </a:spcBef>
              <a:spcAft>
                <a:spcPts val="0"/>
              </a:spcAft>
              <a:buClr>
                <a:srgbClr val="3A9D8A"/>
              </a:buClr>
              <a:buSzPts val="1600"/>
              <a:buFont typeface="Roboto Medium"/>
              <a:buAutoNum type="arabicPeriod"/>
            </a:pPr>
            <a:r>
              <a:rPr b="0" i="0" lang="en-US" sz="1600">
                <a:solidFill>
                  <a:srgbClr val="333333"/>
                </a:solidFill>
                <a:latin typeface="Roboto Light"/>
                <a:ea typeface="Roboto Light"/>
                <a:cs typeface="Roboto Light"/>
                <a:sym typeface="Roboto Light"/>
              </a:rPr>
              <a:t>Zapište a potvrďte závěr komise</a:t>
            </a:r>
            <a:endParaRPr/>
          </a:p>
          <a:p>
            <a:pPr indent="-342900" lvl="0" marL="342900" marR="0" rtl="0" algn="l">
              <a:spcBef>
                <a:spcPts val="300"/>
              </a:spcBef>
              <a:spcAft>
                <a:spcPts val="0"/>
              </a:spcAft>
              <a:buClr>
                <a:srgbClr val="3A9D8A"/>
              </a:buClr>
              <a:buSzPts val="1600"/>
              <a:buFont typeface="Roboto Medium"/>
              <a:buAutoNum type="arabicPeriod"/>
            </a:pPr>
            <a:r>
              <a:rPr b="0" i="0" lang="en-US" sz="1600">
                <a:solidFill>
                  <a:srgbClr val="333333"/>
                </a:solidFill>
                <a:latin typeface="Roboto Light"/>
                <a:ea typeface="Roboto Light"/>
                <a:cs typeface="Roboto Light"/>
                <a:sym typeface="Roboto Light"/>
              </a:rPr>
              <a:t>Exportujte výsledek</a:t>
            </a:r>
            <a:endParaRPr/>
          </a:p>
        </p:txBody>
      </p:sp>
      <p:sp>
        <p:nvSpPr>
          <p:cNvPr id="1636" name="Google Shape;1636;p9"/>
          <p:cNvSpPr txBox="1"/>
          <p:nvPr/>
        </p:nvSpPr>
        <p:spPr>
          <a:xfrm>
            <a:off x="6730177" y="5020206"/>
            <a:ext cx="4860946"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1400">
                <a:solidFill>
                  <a:schemeClr val="dk1"/>
                </a:solidFill>
                <a:latin typeface="Roboto Light"/>
                <a:ea typeface="Roboto Light"/>
                <a:cs typeface="Roboto Light"/>
                <a:sym typeface="Roboto Light"/>
              </a:rPr>
              <a:t>+ krátce: jaký model AI, jak pracuje jen s daty pacienta (RAG), jak brání chybám a jak chrání osobní údaje.</a:t>
            </a:r>
            <a:endParaRPr/>
          </a:p>
        </p:txBody>
      </p:sp>
      <p:sp>
        <p:nvSpPr>
          <p:cNvPr id="1637" name="Google Shape;1637;p9"/>
          <p:cNvSpPr/>
          <p:nvPr/>
        </p:nvSpPr>
        <p:spPr>
          <a:xfrm>
            <a:off x="600876" y="1678305"/>
            <a:ext cx="5553631" cy="3236595"/>
          </a:xfrm>
          <a:prstGeom prst="roundRect">
            <a:avLst>
              <a:gd fmla="val 3940" name="adj"/>
            </a:avLst>
          </a:prstGeom>
          <a:noFill/>
          <a:ln cap="flat" cmpd="sng" w="10000">
            <a:solidFill>
              <a:srgbClr val="BFBFB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10"/>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644" name="Google Shape;1644;p10"/>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00000"/>
              </a:buClr>
              <a:buSzPts val="4000"/>
              <a:buFont typeface="Roboto Medium"/>
              <a:buNone/>
            </a:pPr>
            <a:r>
              <a:rPr lang="en-US"/>
              <a:t>Vaši průvodci zadáním</a:t>
            </a:r>
            <a:endParaRPr/>
          </a:p>
        </p:txBody>
      </p:sp>
      <p:sp>
        <p:nvSpPr>
          <p:cNvPr id="1645" name="Google Shape;1645;p10"/>
          <p:cNvSpPr/>
          <p:nvPr/>
        </p:nvSpPr>
        <p:spPr>
          <a:xfrm>
            <a:off x="404010" y="1325880"/>
            <a:ext cx="5420079" cy="3909993"/>
          </a:xfrm>
          <a:prstGeom prst="roundRect">
            <a:avLst>
              <a:gd fmla="val 6000" name="adj"/>
            </a:avLst>
          </a:prstGeom>
          <a:solidFill>
            <a:srgbClr val="FFFFFF"/>
          </a:solidFill>
          <a:ln cap="flat" cmpd="sng" w="12700">
            <a:solidFill>
              <a:srgbClr val="C8D0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Roboto Light"/>
              <a:ea typeface="Roboto Light"/>
              <a:cs typeface="Roboto Light"/>
              <a:sym typeface="Roboto Light"/>
            </a:endParaRPr>
          </a:p>
        </p:txBody>
      </p:sp>
      <p:sp>
        <p:nvSpPr>
          <p:cNvPr id="1646" name="Google Shape;1646;p10"/>
          <p:cNvSpPr txBox="1"/>
          <p:nvPr/>
        </p:nvSpPr>
        <p:spPr>
          <a:xfrm>
            <a:off x="587534" y="2549375"/>
            <a:ext cx="1284669" cy="161583"/>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050">
                <a:solidFill>
                  <a:srgbClr val="546B75"/>
                </a:solidFill>
                <a:latin typeface="Calibri"/>
                <a:ea typeface="Calibri"/>
                <a:cs typeface="Calibri"/>
                <a:sym typeface="Calibri"/>
              </a:rPr>
              <a:t>]</a:t>
            </a:r>
            <a:endParaRPr/>
          </a:p>
        </p:txBody>
      </p:sp>
      <p:sp>
        <p:nvSpPr>
          <p:cNvPr id="1647" name="Google Shape;1647;p10"/>
          <p:cNvSpPr txBox="1"/>
          <p:nvPr/>
        </p:nvSpPr>
        <p:spPr>
          <a:xfrm>
            <a:off x="2189035" y="1600968"/>
            <a:ext cx="3335423" cy="30777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3A9D8A"/>
                </a:solidFill>
                <a:latin typeface="Roboto Medium"/>
                <a:ea typeface="Roboto Medium"/>
                <a:cs typeface="Roboto Medium"/>
                <a:sym typeface="Roboto Medium"/>
              </a:rPr>
              <a:t>Ľuboslav Piljan</a:t>
            </a:r>
            <a:endParaRPr/>
          </a:p>
        </p:txBody>
      </p:sp>
      <p:sp>
        <p:nvSpPr>
          <p:cNvPr id="1648" name="Google Shape;1648;p10"/>
          <p:cNvSpPr txBox="1"/>
          <p:nvPr/>
        </p:nvSpPr>
        <p:spPr>
          <a:xfrm>
            <a:off x="2189035" y="1981255"/>
            <a:ext cx="2535365" cy="4308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400">
                <a:solidFill>
                  <a:schemeClr val="dk1"/>
                </a:solidFill>
                <a:latin typeface="Roboto Medium"/>
                <a:ea typeface="Roboto Medium"/>
                <a:cs typeface="Roboto Medium"/>
                <a:sym typeface="Roboto Medium"/>
              </a:rPr>
              <a:t>Monitor zadání MDT Copilot  ·  [pozice, organizace]</a:t>
            </a:r>
            <a:endParaRPr/>
          </a:p>
        </p:txBody>
      </p:sp>
      <p:sp>
        <p:nvSpPr>
          <p:cNvPr id="1649" name="Google Shape;1649;p10"/>
          <p:cNvSpPr txBox="1"/>
          <p:nvPr/>
        </p:nvSpPr>
        <p:spPr>
          <a:xfrm>
            <a:off x="612004" y="3161025"/>
            <a:ext cx="5041708" cy="19389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1400">
                <a:solidFill>
                  <a:srgbClr val="333333"/>
                </a:solidFill>
                <a:latin typeface="Roboto Light"/>
                <a:ea typeface="Roboto Light"/>
                <a:cs typeface="Roboto Light"/>
                <a:sym typeface="Roboto Light"/>
              </a:rPr>
              <a:t>Softwarový analytik ve společnosti Asseco Central Europe, kde působí na projektu Onkologická cesta pacienta pro Národní centrum zdravotnických informací (NCZI). Projekt digitálně mapuje cestu onkologického pacienta od prvního podezření na onemocnění až po léčbu. Odpovídá za analytický návrh tvorby a vyhodnocování dotazníků, diagnosticko-terapeutických standardů, asistované interpretace a integrace. Na Rakathon přináší zkušenosti z praktické digitalizace onkologické péče na Slovensku.</a:t>
            </a:r>
            <a:endParaRPr sz="1400">
              <a:solidFill>
                <a:srgbClr val="333333"/>
              </a:solidFill>
              <a:latin typeface="Roboto Light"/>
              <a:ea typeface="Roboto Light"/>
              <a:cs typeface="Roboto Light"/>
              <a:sym typeface="Roboto Light"/>
            </a:endParaRPr>
          </a:p>
        </p:txBody>
      </p:sp>
      <p:sp>
        <p:nvSpPr>
          <p:cNvPr id="1650" name="Google Shape;1650;p10"/>
          <p:cNvSpPr/>
          <p:nvPr/>
        </p:nvSpPr>
        <p:spPr>
          <a:xfrm>
            <a:off x="6166668" y="1325879"/>
            <a:ext cx="5505724" cy="3909991"/>
          </a:xfrm>
          <a:prstGeom prst="roundRect">
            <a:avLst>
              <a:gd fmla="val 6000" name="adj"/>
            </a:avLst>
          </a:prstGeom>
          <a:solidFill>
            <a:srgbClr val="FFFFFF"/>
          </a:solidFill>
          <a:ln cap="flat" cmpd="sng" w="12700">
            <a:solidFill>
              <a:srgbClr val="C8D0D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Roboto Light"/>
              <a:ea typeface="Roboto Light"/>
              <a:cs typeface="Roboto Light"/>
              <a:sym typeface="Roboto Light"/>
            </a:endParaRPr>
          </a:p>
        </p:txBody>
      </p:sp>
      <p:sp>
        <p:nvSpPr>
          <p:cNvPr id="1651" name="Google Shape;1651;p10"/>
          <p:cNvSpPr txBox="1"/>
          <p:nvPr/>
        </p:nvSpPr>
        <p:spPr>
          <a:xfrm>
            <a:off x="7946471" y="1570579"/>
            <a:ext cx="3603571" cy="30777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3A9D8A"/>
                </a:solidFill>
                <a:latin typeface="Roboto Medium"/>
                <a:ea typeface="Roboto Medium"/>
                <a:cs typeface="Roboto Medium"/>
                <a:sym typeface="Roboto Medium"/>
              </a:rPr>
              <a:t>Mgr. Ondřej Hoferek</a:t>
            </a:r>
            <a:endParaRPr/>
          </a:p>
        </p:txBody>
      </p:sp>
      <p:sp>
        <p:nvSpPr>
          <p:cNvPr id="1652" name="Google Shape;1652;p10"/>
          <p:cNvSpPr txBox="1"/>
          <p:nvPr/>
        </p:nvSpPr>
        <p:spPr>
          <a:xfrm>
            <a:off x="7946471" y="1950866"/>
            <a:ext cx="3603571"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400">
                <a:solidFill>
                  <a:schemeClr val="dk1"/>
                </a:solidFill>
                <a:latin typeface="Roboto Medium"/>
                <a:ea typeface="Roboto Medium"/>
                <a:cs typeface="Roboto Medium"/>
                <a:sym typeface="Roboto Medium"/>
              </a:rPr>
              <a:t>Mentor  ·  HL7 ČR</a:t>
            </a:r>
            <a:endParaRPr/>
          </a:p>
        </p:txBody>
      </p:sp>
      <p:sp>
        <p:nvSpPr>
          <p:cNvPr id="1653" name="Google Shape;1653;p10"/>
          <p:cNvSpPr txBox="1"/>
          <p:nvPr/>
        </p:nvSpPr>
        <p:spPr>
          <a:xfrm>
            <a:off x="6411366" y="3161025"/>
            <a:ext cx="5041708" cy="150810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00">
                <a:solidFill>
                  <a:srgbClr val="333333"/>
                </a:solidFill>
                <a:latin typeface="Roboto Light"/>
                <a:ea typeface="Roboto Light"/>
                <a:cs typeface="Roboto Light"/>
                <a:sym typeface="Roboto Light"/>
              </a:rPr>
              <a:t>Technický ředitel InterSystems pro Česko a Slovensko. Dlouhodobě se věnuje digitálnímu zdravotnictví, interoperabilitě (schopnosti systémů si předávat data) a propojování zdravotnických dat; má zkušenosti s HL7 FHIR a integrací zdravotnických systémů. Na Rakathonu přináší pohled technologického odborníka na praktická řešení pro onkologickou péči.</a:t>
            </a:r>
            <a:endParaRPr/>
          </a:p>
        </p:txBody>
      </p:sp>
      <p:sp>
        <p:nvSpPr>
          <p:cNvPr id="1654" name="Google Shape;1654;p10"/>
          <p:cNvSpPr/>
          <p:nvPr/>
        </p:nvSpPr>
        <p:spPr>
          <a:xfrm>
            <a:off x="361188" y="5419627"/>
            <a:ext cx="11268382" cy="672922"/>
          </a:xfrm>
          <a:prstGeom prst="roundRect">
            <a:avLst>
              <a:gd fmla="val 13077"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Roboto Light"/>
              <a:ea typeface="Roboto Light"/>
              <a:cs typeface="Roboto Light"/>
              <a:sym typeface="Roboto Light"/>
            </a:endParaRPr>
          </a:p>
        </p:txBody>
      </p:sp>
      <p:sp>
        <p:nvSpPr>
          <p:cNvPr id="1655" name="Google Shape;1655;p10"/>
          <p:cNvSpPr/>
          <p:nvPr/>
        </p:nvSpPr>
        <p:spPr>
          <a:xfrm>
            <a:off x="574620" y="5459074"/>
            <a:ext cx="550572" cy="550572"/>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200">
              <a:solidFill>
                <a:schemeClr val="lt1"/>
              </a:solidFill>
              <a:latin typeface="Roboto Light"/>
              <a:ea typeface="Roboto Light"/>
              <a:cs typeface="Roboto Light"/>
              <a:sym typeface="Roboto Light"/>
            </a:endParaRPr>
          </a:p>
        </p:txBody>
      </p:sp>
      <p:pic>
        <p:nvPicPr>
          <p:cNvPr descr="comments_w.png" id="1656" name="Google Shape;1656;p10"/>
          <p:cNvPicPr preferRelativeResize="0"/>
          <p:nvPr/>
        </p:nvPicPr>
        <p:blipFill rotWithShape="1">
          <a:blip r:embed="rId3">
            <a:alphaModFix/>
          </a:blip>
          <a:srcRect b="0" l="0" r="0" t="0"/>
          <a:stretch/>
        </p:blipFill>
        <p:spPr>
          <a:xfrm>
            <a:off x="693979" y="5561618"/>
            <a:ext cx="264274" cy="264274"/>
          </a:xfrm>
          <a:prstGeom prst="rect">
            <a:avLst/>
          </a:prstGeom>
          <a:noFill/>
          <a:ln>
            <a:noFill/>
          </a:ln>
        </p:spPr>
      </p:pic>
      <p:sp>
        <p:nvSpPr>
          <p:cNvPr id="1657" name="Google Shape;1657;p10"/>
          <p:cNvSpPr txBox="1"/>
          <p:nvPr/>
        </p:nvSpPr>
        <p:spPr>
          <a:xfrm>
            <a:off x="1272691" y="5626636"/>
            <a:ext cx="10277351" cy="215444"/>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i="0" lang="en-US" sz="1400">
                <a:solidFill>
                  <a:srgbClr val="333333"/>
                </a:solidFill>
                <a:latin typeface="Roboto Light"/>
                <a:ea typeface="Roboto Light"/>
                <a:cs typeface="Roboto Light"/>
                <a:sym typeface="Roboto Light"/>
              </a:rPr>
              <a:t>Obraťte se na ně kdykoli během hackathonu – se zadáním, daty, klinickým kontextem, standardy HL7 FHIR i směrem vašeho řešení.</a:t>
            </a:r>
            <a:endParaRPr/>
          </a:p>
        </p:txBody>
      </p:sp>
      <p:pic>
        <p:nvPicPr>
          <p:cNvPr id="1658" name="Google Shape;1658;p10"/>
          <p:cNvPicPr preferRelativeResize="0"/>
          <p:nvPr/>
        </p:nvPicPr>
        <p:blipFill rotWithShape="1">
          <a:blip r:embed="rId4">
            <a:alphaModFix/>
          </a:blip>
          <a:srcRect b="0" l="0" r="0" t="0"/>
          <a:stretch/>
        </p:blipFill>
        <p:spPr>
          <a:xfrm>
            <a:off x="612004" y="1501628"/>
            <a:ext cx="1460418" cy="1460418"/>
          </a:xfrm>
          <a:prstGeom prst="rect">
            <a:avLst/>
          </a:prstGeom>
          <a:noFill/>
          <a:ln>
            <a:noFill/>
          </a:ln>
        </p:spPr>
      </p:pic>
      <p:pic>
        <p:nvPicPr>
          <p:cNvPr id="1659" name="Google Shape;1659;p10"/>
          <p:cNvPicPr preferRelativeResize="0"/>
          <p:nvPr/>
        </p:nvPicPr>
        <p:blipFill rotWithShape="1">
          <a:blip r:embed="rId5">
            <a:alphaModFix/>
          </a:blip>
          <a:srcRect b="0" l="0" r="0" t="0"/>
          <a:stretch/>
        </p:blipFill>
        <p:spPr>
          <a:xfrm>
            <a:off x="6411366" y="1432677"/>
            <a:ext cx="1290405" cy="152936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4" name="Shape 1664"/>
        <p:cNvGrpSpPr/>
        <p:nvPr/>
      </p:nvGrpSpPr>
      <p:grpSpPr>
        <a:xfrm>
          <a:off x="0" y="0"/>
          <a:ext cx="0" cy="0"/>
          <a:chOff x="0" y="0"/>
          <a:chExt cx="0" cy="0"/>
        </a:xfrm>
      </p:grpSpPr>
      <p:sp>
        <p:nvSpPr>
          <p:cNvPr id="1665" name="Google Shape;1665;p11"/>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666" name="Google Shape;1666;p11"/>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00000"/>
              </a:buClr>
              <a:buSzPts val="4000"/>
              <a:buFont typeface="Roboto Medium"/>
              <a:buNone/>
            </a:pPr>
            <a:r>
              <a:rPr lang="en-US"/>
              <a:t>Proč si vybrat právě MDT Copilot</a:t>
            </a:r>
            <a:endParaRPr/>
          </a:p>
        </p:txBody>
      </p:sp>
      <p:sp>
        <p:nvSpPr>
          <p:cNvPr id="1667" name="Google Shape;1667;p11"/>
          <p:cNvSpPr/>
          <p:nvPr/>
        </p:nvSpPr>
        <p:spPr>
          <a:xfrm>
            <a:off x="450055" y="1648192"/>
            <a:ext cx="2677353" cy="3561616"/>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668" name="Google Shape;1668;p11"/>
          <p:cNvSpPr/>
          <p:nvPr/>
        </p:nvSpPr>
        <p:spPr>
          <a:xfrm>
            <a:off x="695684" y="1893821"/>
            <a:ext cx="810575" cy="810575"/>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heart_w.png" id="1669" name="Google Shape;1669;p11"/>
          <p:cNvPicPr preferRelativeResize="0"/>
          <p:nvPr/>
        </p:nvPicPr>
        <p:blipFill rotWithShape="1">
          <a:blip r:embed="rId3">
            <a:alphaModFix/>
          </a:blip>
          <a:srcRect b="0" l="0" r="0" t="0"/>
          <a:stretch/>
        </p:blipFill>
        <p:spPr>
          <a:xfrm>
            <a:off x="906433" y="2104570"/>
            <a:ext cx="389075" cy="389075"/>
          </a:xfrm>
          <a:prstGeom prst="rect">
            <a:avLst/>
          </a:prstGeom>
          <a:noFill/>
          <a:ln>
            <a:noFill/>
          </a:ln>
        </p:spPr>
      </p:pic>
      <p:sp>
        <p:nvSpPr>
          <p:cNvPr id="1670" name="Google Shape;1670;p11"/>
          <p:cNvSpPr txBox="1"/>
          <p:nvPr/>
        </p:nvSpPr>
        <p:spPr>
          <a:xfrm>
            <a:off x="695684" y="2937743"/>
            <a:ext cx="2186095"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3A9D8A"/>
                </a:solidFill>
                <a:latin typeface="Roboto Medium"/>
                <a:ea typeface="Roboto Medium"/>
                <a:cs typeface="Roboto Medium"/>
                <a:sym typeface="Roboto Medium"/>
              </a:rPr>
              <a:t>Skutečný dopad</a:t>
            </a:r>
            <a:endParaRPr/>
          </a:p>
        </p:txBody>
      </p:sp>
      <p:sp>
        <p:nvSpPr>
          <p:cNvPr id="1671" name="Google Shape;1671;p11"/>
          <p:cNvSpPr txBox="1"/>
          <p:nvPr/>
        </p:nvSpPr>
        <p:spPr>
          <a:xfrm>
            <a:off x="695684" y="3792824"/>
            <a:ext cx="2247502" cy="98488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333333"/>
                </a:solidFill>
                <a:latin typeface="Roboto Light"/>
                <a:ea typeface="Roboto Light"/>
                <a:cs typeface="Roboto Light"/>
                <a:sym typeface="Roboto Light"/>
              </a:rPr>
              <a:t>Každá ušetřená minuta na konziliu je čas pro lepší rozhodnutí o léčbě pacienta s rakovinou.</a:t>
            </a:r>
            <a:endParaRPr/>
          </a:p>
        </p:txBody>
      </p:sp>
      <p:sp>
        <p:nvSpPr>
          <p:cNvPr id="1672" name="Google Shape;1672;p11"/>
          <p:cNvSpPr/>
          <p:nvPr/>
        </p:nvSpPr>
        <p:spPr>
          <a:xfrm>
            <a:off x="3323911" y="1648192"/>
            <a:ext cx="2677353" cy="3561616"/>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673" name="Google Shape;1673;p11"/>
          <p:cNvSpPr/>
          <p:nvPr/>
        </p:nvSpPr>
        <p:spPr>
          <a:xfrm>
            <a:off x="3569539" y="1893821"/>
            <a:ext cx="810575" cy="810575"/>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robot_w.png" id="1674" name="Google Shape;1674;p11"/>
          <p:cNvPicPr preferRelativeResize="0"/>
          <p:nvPr/>
        </p:nvPicPr>
        <p:blipFill rotWithShape="1">
          <a:blip r:embed="rId4">
            <a:alphaModFix/>
          </a:blip>
          <a:srcRect b="0" l="0" r="0" t="0"/>
          <a:stretch/>
        </p:blipFill>
        <p:spPr>
          <a:xfrm>
            <a:off x="3780289" y="2104570"/>
            <a:ext cx="389075" cy="389075"/>
          </a:xfrm>
          <a:prstGeom prst="rect">
            <a:avLst/>
          </a:prstGeom>
          <a:noFill/>
          <a:ln>
            <a:noFill/>
          </a:ln>
        </p:spPr>
      </p:pic>
      <p:sp>
        <p:nvSpPr>
          <p:cNvPr id="1675" name="Google Shape;1675;p11"/>
          <p:cNvSpPr txBox="1"/>
          <p:nvPr/>
        </p:nvSpPr>
        <p:spPr>
          <a:xfrm>
            <a:off x="3569539" y="2937743"/>
            <a:ext cx="2186095"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3A9D8A"/>
                </a:solidFill>
                <a:latin typeface="Roboto Medium"/>
                <a:ea typeface="Roboto Medium"/>
                <a:cs typeface="Roboto Medium"/>
                <a:sym typeface="Roboto Medium"/>
              </a:rPr>
              <a:t>AI, které lze věřit</a:t>
            </a:r>
            <a:endParaRPr/>
          </a:p>
        </p:txBody>
      </p:sp>
      <p:sp>
        <p:nvSpPr>
          <p:cNvPr id="1676" name="Google Shape;1676;p11"/>
          <p:cNvSpPr txBox="1"/>
          <p:nvPr/>
        </p:nvSpPr>
        <p:spPr>
          <a:xfrm>
            <a:off x="3569539" y="3792824"/>
            <a:ext cx="2247502" cy="98488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333333"/>
                </a:solidFill>
                <a:latin typeface="Roboto Light"/>
                <a:ea typeface="Roboto Light"/>
                <a:cs typeface="Roboto Light"/>
                <a:sym typeface="Roboto Light"/>
              </a:rPr>
              <a:t>Citace zdrojů a člověk, který rozhoduje – přesně to, co zdravotnictví od AI potřebuje.</a:t>
            </a:r>
            <a:endParaRPr/>
          </a:p>
        </p:txBody>
      </p:sp>
      <p:sp>
        <p:nvSpPr>
          <p:cNvPr id="1677" name="Google Shape;1677;p11"/>
          <p:cNvSpPr/>
          <p:nvPr/>
        </p:nvSpPr>
        <p:spPr>
          <a:xfrm>
            <a:off x="6197766" y="1648192"/>
            <a:ext cx="2677353" cy="3561616"/>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678" name="Google Shape;1678;p11"/>
          <p:cNvSpPr/>
          <p:nvPr/>
        </p:nvSpPr>
        <p:spPr>
          <a:xfrm>
            <a:off x="6443395" y="1893821"/>
            <a:ext cx="810575" cy="810575"/>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globe_w.png" id="1679" name="Google Shape;1679;p11"/>
          <p:cNvPicPr preferRelativeResize="0"/>
          <p:nvPr/>
        </p:nvPicPr>
        <p:blipFill rotWithShape="1">
          <a:blip r:embed="rId5">
            <a:alphaModFix/>
          </a:blip>
          <a:srcRect b="0" l="0" r="0" t="0"/>
          <a:stretch/>
        </p:blipFill>
        <p:spPr>
          <a:xfrm>
            <a:off x="6654144" y="2104570"/>
            <a:ext cx="389075" cy="389075"/>
          </a:xfrm>
          <a:prstGeom prst="rect">
            <a:avLst/>
          </a:prstGeom>
          <a:noFill/>
          <a:ln>
            <a:noFill/>
          </a:ln>
        </p:spPr>
      </p:pic>
      <p:sp>
        <p:nvSpPr>
          <p:cNvPr id="1680" name="Google Shape;1680;p11"/>
          <p:cNvSpPr txBox="1"/>
          <p:nvPr/>
        </p:nvSpPr>
        <p:spPr>
          <a:xfrm>
            <a:off x="6443395" y="2937743"/>
            <a:ext cx="2186095" cy="61555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3A9D8A"/>
                </a:solidFill>
                <a:latin typeface="Roboto Medium"/>
                <a:ea typeface="Roboto Medium"/>
                <a:cs typeface="Roboto Medium"/>
                <a:sym typeface="Roboto Medium"/>
              </a:rPr>
              <a:t>Evropské standardy</a:t>
            </a:r>
            <a:endParaRPr/>
          </a:p>
        </p:txBody>
      </p:sp>
      <p:sp>
        <p:nvSpPr>
          <p:cNvPr id="1681" name="Google Shape;1681;p11"/>
          <p:cNvSpPr txBox="1"/>
          <p:nvPr/>
        </p:nvSpPr>
        <p:spPr>
          <a:xfrm>
            <a:off x="6443395" y="3792824"/>
            <a:ext cx="2247502" cy="73866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333333"/>
                </a:solidFill>
                <a:latin typeface="Roboto Light"/>
                <a:ea typeface="Roboto Light"/>
                <a:cs typeface="Roboto Light"/>
                <a:sym typeface="Roboto Light"/>
              </a:rPr>
              <a:t>HL7 FHIR a evropský onkologický model – praxe pro éru EHDS.</a:t>
            </a:r>
            <a:endParaRPr/>
          </a:p>
        </p:txBody>
      </p:sp>
      <p:sp>
        <p:nvSpPr>
          <p:cNvPr id="1682" name="Google Shape;1682;p11"/>
          <p:cNvSpPr/>
          <p:nvPr/>
        </p:nvSpPr>
        <p:spPr>
          <a:xfrm>
            <a:off x="9071622" y="1648192"/>
            <a:ext cx="2677353" cy="3561616"/>
          </a:xfrm>
          <a:prstGeom prst="roundRect">
            <a:avLst>
              <a:gd fmla="val 6000" name="adj"/>
            </a:avLst>
          </a:prstGeom>
          <a:solidFill>
            <a:srgbClr val="DDF3EE"/>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sp>
        <p:nvSpPr>
          <p:cNvPr id="1683" name="Google Shape;1683;p11"/>
          <p:cNvSpPr/>
          <p:nvPr/>
        </p:nvSpPr>
        <p:spPr>
          <a:xfrm>
            <a:off x="9317251" y="1893821"/>
            <a:ext cx="810575" cy="810575"/>
          </a:xfrm>
          <a:prstGeom prst="ellipse">
            <a:avLst/>
          </a:prstGeom>
          <a:solidFill>
            <a:srgbClr val="3A9D8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3600">
              <a:solidFill>
                <a:schemeClr val="lt1"/>
              </a:solidFill>
              <a:latin typeface="Roboto Light"/>
              <a:ea typeface="Roboto Light"/>
              <a:cs typeface="Roboto Light"/>
              <a:sym typeface="Roboto Light"/>
            </a:endParaRPr>
          </a:p>
        </p:txBody>
      </p:sp>
      <p:pic>
        <p:nvPicPr>
          <p:cNvPr descr="stetho_w.png" id="1684" name="Google Shape;1684;p11"/>
          <p:cNvPicPr preferRelativeResize="0"/>
          <p:nvPr/>
        </p:nvPicPr>
        <p:blipFill rotWithShape="1">
          <a:blip r:embed="rId6">
            <a:alphaModFix/>
          </a:blip>
          <a:srcRect b="0" l="0" r="0" t="0"/>
          <a:stretch/>
        </p:blipFill>
        <p:spPr>
          <a:xfrm>
            <a:off x="9528000" y="2104570"/>
            <a:ext cx="389075" cy="389075"/>
          </a:xfrm>
          <a:prstGeom prst="rect">
            <a:avLst/>
          </a:prstGeom>
          <a:noFill/>
          <a:ln>
            <a:noFill/>
          </a:ln>
        </p:spPr>
      </p:pic>
      <p:sp>
        <p:nvSpPr>
          <p:cNvPr id="1685" name="Google Shape;1685;p11"/>
          <p:cNvSpPr txBox="1"/>
          <p:nvPr/>
        </p:nvSpPr>
        <p:spPr>
          <a:xfrm>
            <a:off x="9317251" y="2937743"/>
            <a:ext cx="2186095" cy="61555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2000">
                <a:solidFill>
                  <a:srgbClr val="3A9D8A"/>
                </a:solidFill>
                <a:latin typeface="Roboto Medium"/>
                <a:ea typeface="Roboto Medium"/>
                <a:cs typeface="Roboto Medium"/>
                <a:sym typeface="Roboto Medium"/>
              </a:rPr>
              <a:t>Zpětná vazba lékařů</a:t>
            </a:r>
            <a:endParaRPr/>
          </a:p>
        </p:txBody>
      </p:sp>
      <p:sp>
        <p:nvSpPr>
          <p:cNvPr id="1686" name="Google Shape;1686;p11"/>
          <p:cNvSpPr txBox="1"/>
          <p:nvPr/>
        </p:nvSpPr>
        <p:spPr>
          <a:xfrm>
            <a:off x="9317251" y="3792824"/>
            <a:ext cx="2247502" cy="73866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600">
                <a:solidFill>
                  <a:srgbClr val="333333"/>
                </a:solidFill>
                <a:latin typeface="Roboto Light"/>
                <a:ea typeface="Roboto Light"/>
                <a:cs typeface="Roboto Light"/>
                <a:sym typeface="Roboto Light"/>
              </a:rPr>
              <a:t>Návrh výstupu připomínkují onkologové zapojení do hackathonu.</a:t>
            </a:r>
            <a:endParaRPr/>
          </a:p>
        </p:txBody>
      </p:sp>
      <p:sp>
        <p:nvSpPr>
          <p:cNvPr id="1687" name="Google Shape;1687;p11"/>
          <p:cNvSpPr txBox="1"/>
          <p:nvPr/>
        </p:nvSpPr>
        <p:spPr>
          <a:xfrm>
            <a:off x="695684" y="5629191"/>
            <a:ext cx="11053291" cy="30777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1" lang="en-US" sz="2000">
                <a:solidFill>
                  <a:srgbClr val="3A9D8A"/>
                </a:solidFill>
                <a:latin typeface="Roboto Medium"/>
                <a:ea typeface="Roboto Medium"/>
                <a:cs typeface="Roboto Medium"/>
                <a:sym typeface="Roboto Medium"/>
              </a:rPr>
              <a:t>Pojďte postavit copilota, kterého by onkologové chtěli používat už zítra.</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2" name="Shape 1692"/>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7" name="Shape 1697"/>
        <p:cNvGrpSpPr/>
        <p:nvPr/>
      </p:nvGrpSpPr>
      <p:grpSpPr>
        <a:xfrm>
          <a:off x="0" y="0"/>
          <a:ext cx="0" cy="0"/>
          <a:chOff x="0" y="0"/>
          <a:chExt cx="0" cy="0"/>
        </a:xfrm>
      </p:grpSpPr>
      <p:sp>
        <p:nvSpPr>
          <p:cNvPr id="1698" name="Google Shape;1698;p13"/>
          <p:cNvSpPr txBox="1"/>
          <p:nvPr>
            <p:ph idx="12" type="sldNum"/>
          </p:nvPr>
        </p:nvSpPr>
        <p:spPr>
          <a:xfrm>
            <a:off x="8916457" y="6356351"/>
            <a:ext cx="28448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699" name="Google Shape;1699;p13"/>
          <p:cNvSpPr txBox="1"/>
          <p:nvPr>
            <p:ph type="title"/>
          </p:nvPr>
        </p:nvSpPr>
        <p:spPr>
          <a:xfrm>
            <a:off x="450056" y="675007"/>
            <a:ext cx="11311205" cy="792674"/>
          </a:xfrm>
          <a:prstGeom prst="rect">
            <a:avLst/>
          </a:prstGeom>
          <a:noFill/>
          <a:ln>
            <a:noFill/>
          </a:ln>
        </p:spPr>
        <p:txBody>
          <a:bodyPr anchorCtr="0" anchor="t" bIns="0" lIns="0" spcFirstLastPara="1" rIns="0" wrap="square" tIns="0">
            <a:normAutofit/>
          </a:bodyPr>
          <a:lstStyle/>
          <a:p>
            <a:pPr indent="0" lvl="0" marL="0" rtl="0" algn="l">
              <a:spcBef>
                <a:spcPts val="0"/>
              </a:spcBef>
              <a:spcAft>
                <a:spcPts val="0"/>
              </a:spcAft>
              <a:buClr>
                <a:srgbClr val="000000"/>
              </a:buClr>
              <a:buSzPts val="4000"/>
              <a:buFont typeface="Roboto Medium"/>
              <a:buNone/>
            </a:pPr>
            <a:r>
              <a:rPr lang="en-US"/>
              <a:t>Příloha: slovníček pojmů a odkazy</a:t>
            </a:r>
            <a:endParaRPr/>
          </a:p>
        </p:txBody>
      </p:sp>
      <p:sp>
        <p:nvSpPr>
          <p:cNvPr id="1700" name="Google Shape;1700;p13"/>
          <p:cNvSpPr txBox="1"/>
          <p:nvPr/>
        </p:nvSpPr>
        <p:spPr>
          <a:xfrm>
            <a:off x="494833" y="1640205"/>
            <a:ext cx="5601167" cy="307007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400">
                <a:solidFill>
                  <a:schemeClr val="dk1"/>
                </a:solidFill>
                <a:latin typeface="Roboto Medium"/>
                <a:ea typeface="Roboto Medium"/>
                <a:cs typeface="Roboto Medium"/>
                <a:sym typeface="Roboto Medium"/>
              </a:rPr>
              <a:t>MDT: </a:t>
            </a:r>
            <a:r>
              <a:rPr b="0" i="0" lang="en-US" sz="1400">
                <a:solidFill>
                  <a:schemeClr val="dk1"/>
                </a:solidFill>
                <a:latin typeface="Roboto Light"/>
                <a:ea typeface="Roboto Light"/>
                <a:cs typeface="Roboto Light"/>
                <a:sym typeface="Roboto Light"/>
              </a:rPr>
              <a:t>multidisciplinární tým – onkologické konzilium / indikační onkologická komise</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eZdraví: </a:t>
            </a:r>
            <a:r>
              <a:rPr b="0" i="0" lang="en-US" sz="1400">
                <a:solidFill>
                  <a:schemeClr val="dk1"/>
                </a:solidFill>
                <a:latin typeface="Roboto Light"/>
                <a:ea typeface="Roboto Light"/>
                <a:cs typeface="Roboto Light"/>
                <a:sym typeface="Roboto Light"/>
              </a:rPr>
              <a:t>elektronické zdravotnictví – zdravotní záznamy v digitální podobě</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PROMs: </a:t>
            </a:r>
            <a:r>
              <a:rPr b="0" i="0" lang="en-US" sz="1400">
                <a:solidFill>
                  <a:schemeClr val="dk1"/>
                </a:solidFill>
                <a:latin typeface="Roboto Light"/>
                <a:ea typeface="Roboto Light"/>
                <a:cs typeface="Roboto Light"/>
                <a:sym typeface="Roboto Light"/>
              </a:rPr>
              <a:t>Patient-Reported Outcome Measures – co pacient sám hlásí v dotazníku</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ECOG: </a:t>
            </a:r>
            <a:r>
              <a:rPr b="0" i="0" lang="en-US" sz="1400">
                <a:solidFill>
                  <a:schemeClr val="dk1"/>
                </a:solidFill>
                <a:latin typeface="Roboto Light"/>
                <a:ea typeface="Roboto Light"/>
                <a:cs typeface="Roboto Light"/>
                <a:sym typeface="Roboto Light"/>
              </a:rPr>
              <a:t>škála 0–4: jak pacient zvládá běžné činnosti</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TNM: </a:t>
            </a:r>
            <a:r>
              <a:rPr b="0" i="0" lang="en-US" sz="1400">
                <a:solidFill>
                  <a:schemeClr val="dk1"/>
                </a:solidFill>
                <a:latin typeface="Roboto Light"/>
                <a:ea typeface="Roboto Light"/>
                <a:cs typeface="Roboto Light"/>
                <a:sym typeface="Roboto Light"/>
              </a:rPr>
              <a:t>rozsah nádoru: T velikost, N mízní uzliny, M vzdálené metastázy</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Biomarker: </a:t>
            </a:r>
            <a:r>
              <a:rPr b="0" i="0" lang="en-US" sz="1400">
                <a:solidFill>
                  <a:schemeClr val="dk1"/>
                </a:solidFill>
                <a:latin typeface="Roboto Light"/>
                <a:ea typeface="Roboto Light"/>
                <a:cs typeface="Roboto Light"/>
                <a:sym typeface="Roboto Light"/>
              </a:rPr>
              <a:t>vlastnost nádoru (např. HER2, MSI, KRAS, PD-L1) určující vhodnou léčbu</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RECIST 1.1: </a:t>
            </a:r>
            <a:r>
              <a:rPr b="0" i="0" lang="en-US" sz="1400">
                <a:solidFill>
                  <a:schemeClr val="dk1"/>
                </a:solidFill>
                <a:latin typeface="Roboto Light"/>
                <a:ea typeface="Roboto Light"/>
                <a:cs typeface="Roboto Light"/>
                <a:sym typeface="Roboto Light"/>
              </a:rPr>
              <a:t>pravidla, jak na snímcích měřit, zda nádor roste či se zmenšuje</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Guidelines: </a:t>
            </a:r>
            <a:r>
              <a:rPr b="0" i="0" lang="en-US" sz="1400">
                <a:solidFill>
                  <a:schemeClr val="dk1"/>
                </a:solidFill>
                <a:latin typeface="Roboto Light"/>
                <a:ea typeface="Roboto Light"/>
                <a:cs typeface="Roboto Light"/>
                <a:sym typeface="Roboto Light"/>
              </a:rPr>
              <a:t>doporučené postupy odborných společností (např. ESMO)</a:t>
            </a:r>
            <a:endParaRPr/>
          </a:p>
        </p:txBody>
      </p:sp>
      <p:sp>
        <p:nvSpPr>
          <p:cNvPr id="1701" name="Google Shape;1701;p13"/>
          <p:cNvSpPr txBox="1"/>
          <p:nvPr/>
        </p:nvSpPr>
        <p:spPr>
          <a:xfrm>
            <a:off x="6667499" y="1640205"/>
            <a:ext cx="5029667" cy="285462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i="0" lang="en-US" sz="1400">
                <a:solidFill>
                  <a:schemeClr val="dk1"/>
                </a:solidFill>
                <a:latin typeface="Roboto Medium"/>
                <a:ea typeface="Roboto Medium"/>
                <a:cs typeface="Roboto Medium"/>
                <a:sym typeface="Roboto Medium"/>
              </a:rPr>
              <a:t>Klinická studie: </a:t>
            </a:r>
            <a:r>
              <a:rPr b="0" i="0" lang="en-US" sz="1400">
                <a:solidFill>
                  <a:schemeClr val="dk1"/>
                </a:solidFill>
                <a:latin typeface="Roboto Light"/>
                <a:ea typeface="Roboto Light"/>
                <a:cs typeface="Roboto Light"/>
                <a:sym typeface="Roboto Light"/>
              </a:rPr>
              <a:t>výzkum nové léčby s přesnými podmínkami pro zařazení</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Red flag: </a:t>
            </a:r>
            <a:r>
              <a:rPr b="0" i="0" lang="en-US" sz="1400">
                <a:solidFill>
                  <a:schemeClr val="dk1"/>
                </a:solidFill>
                <a:latin typeface="Roboto Light"/>
                <a:ea typeface="Roboto Light"/>
                <a:cs typeface="Roboto Light"/>
                <a:sym typeface="Roboto Light"/>
              </a:rPr>
              <a:t>varovný signál – rozpor nebo riziko, na které AI upozorní</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Halucinace: </a:t>
            </a:r>
            <a:r>
              <a:rPr b="0" i="0" lang="en-US" sz="1400">
                <a:solidFill>
                  <a:schemeClr val="dk1"/>
                </a:solidFill>
                <a:latin typeface="Roboto Light"/>
                <a:ea typeface="Roboto Light"/>
                <a:cs typeface="Roboto Light"/>
                <a:sym typeface="Roboto Light"/>
              </a:rPr>
              <a:t>AI s jistotou tvrdí něco, co v podkladech není</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RAG: </a:t>
            </a:r>
            <a:r>
              <a:rPr b="0" i="0" lang="en-US" sz="1400">
                <a:solidFill>
                  <a:schemeClr val="dk1"/>
                </a:solidFill>
                <a:latin typeface="Roboto Light"/>
                <a:ea typeface="Roboto Light"/>
                <a:cs typeface="Roboto Light"/>
                <a:sym typeface="Roboto Light"/>
              </a:rPr>
              <a:t>AI nejdřív dohledá pasáže v dokumentech a odpovídá jen z nich</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Human-in-the-loop: </a:t>
            </a:r>
            <a:r>
              <a:rPr b="0" i="0" lang="en-US" sz="1400">
                <a:solidFill>
                  <a:schemeClr val="dk1"/>
                </a:solidFill>
                <a:latin typeface="Roboto Light"/>
                <a:ea typeface="Roboto Light"/>
                <a:cs typeface="Roboto Light"/>
                <a:sym typeface="Roboto Light"/>
              </a:rPr>
              <a:t>o výsledku vždy rozhoduje a potvrzuje ho člověk</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HL7 FHIR: </a:t>
            </a:r>
            <a:r>
              <a:rPr b="0" i="0" lang="en-US" sz="1400">
                <a:solidFill>
                  <a:schemeClr val="dk1"/>
                </a:solidFill>
                <a:latin typeface="Roboto Light"/>
                <a:ea typeface="Roboto Light"/>
                <a:cs typeface="Roboto Light"/>
                <a:sym typeface="Roboto Light"/>
              </a:rPr>
              <a:t>mezinárodní standard pro výměnu zdravotních dat</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mCODE / ECCDM: </a:t>
            </a:r>
            <a:r>
              <a:rPr b="0" i="0" lang="en-US" sz="1400">
                <a:solidFill>
                  <a:schemeClr val="dk1"/>
                </a:solidFill>
                <a:latin typeface="Roboto Light"/>
                <a:ea typeface="Roboto Light"/>
                <a:cs typeface="Roboto Light"/>
                <a:sym typeface="Roboto Light"/>
              </a:rPr>
              <a:t>americký / evropský model onkologických dat</a:t>
            </a:r>
            <a:endParaRPr/>
          </a:p>
          <a:p>
            <a:pPr indent="0" lvl="0" marL="0" marR="0" rtl="0" algn="l">
              <a:spcBef>
                <a:spcPts val="300"/>
              </a:spcBef>
              <a:spcAft>
                <a:spcPts val="0"/>
              </a:spcAft>
              <a:buNone/>
            </a:pPr>
            <a:r>
              <a:rPr i="0" lang="en-US" sz="1400">
                <a:solidFill>
                  <a:schemeClr val="dk1"/>
                </a:solidFill>
                <a:latin typeface="Roboto Medium"/>
                <a:ea typeface="Roboto Medium"/>
                <a:cs typeface="Roboto Medium"/>
                <a:sym typeface="Roboto Medium"/>
              </a:rPr>
              <a:t>EHDS: </a:t>
            </a:r>
            <a:r>
              <a:rPr b="0" i="0" lang="en-US" sz="1400">
                <a:solidFill>
                  <a:schemeClr val="dk1"/>
                </a:solidFill>
                <a:latin typeface="Roboto Light"/>
                <a:ea typeface="Roboto Light"/>
                <a:cs typeface="Roboto Light"/>
                <a:sym typeface="Roboto Light"/>
              </a:rPr>
              <a:t>Evropský prostor pro zdravotní data (nařízení EU)</a:t>
            </a:r>
            <a:endParaRPr/>
          </a:p>
        </p:txBody>
      </p:sp>
      <p:sp>
        <p:nvSpPr>
          <p:cNvPr id="1702" name="Google Shape;1702;p13"/>
          <p:cNvSpPr/>
          <p:nvPr/>
        </p:nvSpPr>
        <p:spPr>
          <a:xfrm>
            <a:off x="494833" y="5334516"/>
            <a:ext cx="11266424" cy="709503"/>
          </a:xfrm>
          <a:prstGeom prst="roundRect">
            <a:avLst>
              <a:gd fmla="val 12712" name="adj"/>
            </a:avLst>
          </a:prstGeom>
          <a:solidFill>
            <a:srgbClr val="E8F6FC"/>
          </a:solidFill>
          <a:ln>
            <a:noFill/>
          </a:ln>
        </p:spPr>
        <p:txBody>
          <a:bodyPr anchorCtr="0" anchor="ctr" bIns="109725" lIns="109725" spcFirstLastPara="1" rIns="109725" wrap="square" tIns="109725">
            <a:noAutofit/>
          </a:bodyPr>
          <a:lstStyle/>
          <a:p>
            <a:pPr indent="0" lvl="0" marL="0" marR="0" rtl="0" algn="l">
              <a:spcBef>
                <a:spcPts val="0"/>
              </a:spcBef>
              <a:spcAft>
                <a:spcPts val="0"/>
              </a:spcAft>
              <a:buNone/>
            </a:pPr>
            <a:r>
              <a:rPr i="0" lang="en-US" sz="1200">
                <a:solidFill>
                  <a:schemeClr val="dk1"/>
                </a:solidFill>
                <a:latin typeface="Roboto Medium"/>
                <a:ea typeface="Roboto Medium"/>
                <a:cs typeface="Roboto Medium"/>
                <a:sym typeface="Roboto Medium"/>
              </a:rPr>
              <a:t>Odkazy: </a:t>
            </a:r>
            <a:r>
              <a:rPr b="0" i="0" lang="en-US" sz="1200" u="sng">
                <a:solidFill>
                  <a:schemeClr val="dk1"/>
                </a:solidFill>
                <a:latin typeface="Roboto Light"/>
                <a:ea typeface="Roboto Light"/>
                <a:cs typeface="Roboto Light"/>
                <a:sym typeface="Roboto Light"/>
                <a:hlinkClick r:id="rId3">
                  <a:extLst>
                    <a:ext uri="{A12FA001-AC4F-418D-AE19-62706E023703}">
                      <ahyp:hlinkClr val="tx"/>
                    </a:ext>
                  </a:extLst>
                </a:hlinkClick>
              </a:rPr>
              <a:t>HL7 FHIR R4</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4">
                  <a:extLst>
                    <a:ext uri="{A12FA001-AC4F-418D-AE19-62706E023703}">
                      <ahyp:hlinkClr val="tx"/>
                    </a:ext>
                  </a:extLst>
                </a:hlinkClick>
              </a:rPr>
              <a:t>mCODE</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5">
                  <a:extLst>
                    <a:ext uri="{A12FA001-AC4F-418D-AE19-62706E023703}">
                      <ahyp:hlinkClr val="tx"/>
                    </a:ext>
                  </a:extLst>
                </a:hlinkClick>
              </a:rPr>
              <a:t>HL7 Europe Common Cancer Model</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6">
                  <a:extLst>
                    <a:ext uri="{A12FA001-AC4F-418D-AE19-62706E023703}">
                      <ahyp:hlinkClr val="tx"/>
                    </a:ext>
                  </a:extLst>
                </a:hlinkClick>
              </a:rPr>
              <a:t>IPS</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7">
                  <a:extLst>
                    <a:ext uri="{A12FA001-AC4F-418D-AE19-62706E023703}">
                      <ahyp:hlinkClr val="tx"/>
                    </a:ext>
                  </a:extLst>
                </a:hlinkClick>
              </a:rPr>
              <a:t>EHDS</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8">
                  <a:extLst>
                    <a:ext uri="{A12FA001-AC4F-418D-AE19-62706E023703}">
                      <ahyp:hlinkClr val="tx"/>
                    </a:ext>
                  </a:extLst>
                </a:hlinkClick>
              </a:rPr>
              <a:t>RECIST</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9">
                  <a:extLst>
                    <a:ext uri="{A12FA001-AC4F-418D-AE19-62706E023703}">
                      <ahyp:hlinkClr val="tx"/>
                    </a:ext>
                  </a:extLst>
                </a:hlinkClick>
              </a:rPr>
              <a:t>EORTC QLQ-C30</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10">
                  <a:extLst>
                    <a:ext uri="{A12FA001-AC4F-418D-AE19-62706E023703}">
                      <ahyp:hlinkClr val="tx"/>
                    </a:ext>
                  </a:extLst>
                </a:hlinkClick>
              </a:rPr>
              <a:t>PRO-CTCAE</a:t>
            </a:r>
            <a:r>
              <a:rPr b="0" i="0" lang="en-US" sz="1200">
                <a:solidFill>
                  <a:schemeClr val="dk1"/>
                </a:solidFill>
                <a:latin typeface="Roboto Light"/>
                <a:ea typeface="Roboto Light"/>
                <a:cs typeface="Roboto Light"/>
                <a:sym typeface="Roboto Light"/>
              </a:rPr>
              <a:t>  ·  </a:t>
            </a:r>
            <a:r>
              <a:rPr b="0" i="0" lang="en-US" sz="1200" u="sng">
                <a:solidFill>
                  <a:schemeClr val="dk1"/>
                </a:solidFill>
                <a:latin typeface="Roboto Light"/>
                <a:ea typeface="Roboto Light"/>
                <a:cs typeface="Roboto Light"/>
                <a:sym typeface="Roboto Light"/>
                <a:hlinkClick r:id="rId11">
                  <a:extLst>
                    <a:ext uri="{A12FA001-AC4F-418D-AE19-62706E023703}">
                      <ahyp:hlinkClr val="tx"/>
                    </a:ext>
                  </a:extLst>
                </a:hlinkClick>
              </a:rPr>
              <a:t>ESMO guidelines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Motyw pakietu Office">
  <a:themeElements>
    <a:clrScheme name="Asseco">
      <a:dk1>
        <a:srgbClr val="58595B"/>
      </a:dk1>
      <a:lt1>
        <a:srgbClr val="FFFFFF"/>
      </a:lt1>
      <a:dk2>
        <a:srgbClr val="4F8CFB"/>
      </a:dk2>
      <a:lt2>
        <a:srgbClr val="BBBEC0"/>
      </a:lt2>
      <a:accent1>
        <a:srgbClr val="6298FC"/>
      </a:accent1>
      <a:accent2>
        <a:srgbClr val="337AFB"/>
      </a:accent2>
      <a:accent3>
        <a:srgbClr val="0449C4"/>
      </a:accent3>
      <a:accent4>
        <a:srgbClr val="9B9FA1"/>
      </a:accent4>
      <a:accent5>
        <a:srgbClr val="30B31F"/>
      </a:accent5>
      <a:accent6>
        <a:srgbClr val="F79646"/>
      </a:accent6>
      <a:hlink>
        <a:srgbClr val="3155EF"/>
      </a:hlink>
      <a:folHlink>
        <a:srgbClr val="2846C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plate_16x9">
  <a:themeElements>
    <a:clrScheme name="Custom 1">
      <a:dk1>
        <a:srgbClr val="000000"/>
      </a:dk1>
      <a:lt1>
        <a:srgbClr val="FFFFFF"/>
      </a:lt1>
      <a:dk2>
        <a:srgbClr val="00A4E0"/>
      </a:dk2>
      <a:lt2>
        <a:srgbClr val="5EC3AF"/>
      </a:lt2>
      <a:accent1>
        <a:srgbClr val="00AEE8"/>
      </a:accent1>
      <a:accent2>
        <a:srgbClr val="00A13C"/>
      </a:accent2>
      <a:accent3>
        <a:srgbClr val="5C53BD"/>
      </a:accent3>
      <a:accent4>
        <a:srgbClr val="AAAFAF"/>
      </a:accent4>
      <a:accent5>
        <a:srgbClr val="FF3300"/>
      </a:accent5>
      <a:accent6>
        <a:srgbClr val="FFC800"/>
      </a:accent6>
      <a:hlink>
        <a:srgbClr val="000000"/>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2021-03-18T08:13:13Z</dcterms:created>
  <dc:creator>MARCINČIN Róbert</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b83eb73-1339-4c09-b43c-88ef2eea0029_Enabled">
    <vt:lpwstr>true</vt:lpwstr>
  </property>
  <property fmtid="{D5CDD505-2E9C-101B-9397-08002B2CF9AE}" pid="3" name="MSIP_Label_ab83eb73-1339-4c09-b43c-88ef2eea0029_SetDate">
    <vt:lpwstr>2021-02-17T09:58:34Z</vt:lpwstr>
  </property>
  <property fmtid="{D5CDD505-2E9C-101B-9397-08002B2CF9AE}" pid="4" name="MSIP_Label_ab83eb73-1339-4c09-b43c-88ef2eea0029_Method">
    <vt:lpwstr>Standard</vt:lpwstr>
  </property>
  <property fmtid="{D5CDD505-2E9C-101B-9397-08002B2CF9AE}" pid="5" name="MSIP_Label_ab83eb73-1339-4c09-b43c-88ef2eea0029_Name">
    <vt:lpwstr>Wewnętrzny Asseco</vt:lpwstr>
  </property>
  <property fmtid="{D5CDD505-2E9C-101B-9397-08002B2CF9AE}" pid="6" name="MSIP_Label_ab83eb73-1339-4c09-b43c-88ef2eea0029_SiteId">
    <vt:lpwstr>88152bde-cfa3-4a5c-b981-a785c624bb42</vt:lpwstr>
  </property>
  <property fmtid="{D5CDD505-2E9C-101B-9397-08002B2CF9AE}" pid="7" name="MSIP_Label_ab83eb73-1339-4c09-b43c-88ef2eea0029_ActionId">
    <vt:lpwstr>8d476661-4322-4f33-acf9-7a5987e4846a</vt:lpwstr>
  </property>
  <property fmtid="{D5CDD505-2E9C-101B-9397-08002B2CF9AE}" pid="8" name="MSIP_Label_ab83eb73-1339-4c09-b43c-88ef2eea0029_ContentBits">
    <vt:lpwstr>0</vt:lpwstr>
  </property>
  <property fmtid="{D5CDD505-2E9C-101B-9397-08002B2CF9AE}" pid="9" name="ContentTypeId">
    <vt:lpwstr>0x01010081CB4E5B057031418F33D7D4FF7EB9F6</vt:lpwstr>
  </property>
</Properties>
</file>